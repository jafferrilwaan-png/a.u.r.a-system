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5"/>
            <a:ext cx="48842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Funnel Display"/>
              </a:rPr>
              <a:t>AURA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286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323231" y="1905021"/>
            <a:ext cx="5073110" cy="749273"/>
            <a:chOff x="323231" y="1905021"/>
            <a:chExt cx="5073110" cy="749273"/>
          </a:xfrm>
        </p:grpSpPr>
        <p:sp>
          <p:nvSpPr>
            <p:cNvPr id="5" name="TextBox 4"/>
            <p:cNvSpPr txBox="1"/>
            <p:nvPr/>
          </p:nvSpPr>
          <p:spPr>
            <a:xfrm>
              <a:off x="323231" y="1905021"/>
              <a:ext cx="5834076" cy="37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900" b="1">
                  <a:solidFill>
                    <a:srgbClr val="FFFFFF"/>
                  </a:solidFill>
                  <a:latin typeface="Funnel Display"/>
                </a:rPr>
                <a:t>AURA: Autonomous Search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3231" y="2279639"/>
              <a:ext cx="5834076" cy="3746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900" b="1">
                  <a:solidFill>
                    <a:srgbClr val="FFFFFF"/>
                  </a:solidFill>
                  <a:latin typeface="Funnel Display"/>
                </a:rPr>
                <a:t>&amp; Rescue Telemetry Node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0525" y="2762250"/>
            <a:ext cx="2045303" cy="571500"/>
            <a:chOff x="390525" y="2762250"/>
            <a:chExt cx="2045303" cy="57150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2762250"/>
              <a:ext cx="235209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Eliminating the rescue blind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2952750"/>
              <a:ext cx="235209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spot in the "Golden Hour" of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3143250"/>
              <a:ext cx="235209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disaster.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525" y="4505325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Funnel Display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18963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37106" y="800100"/>
            <a:ext cx="3735419" cy="1028700"/>
          </a:xfrm>
          <a:custGeom>
            <a:avLst/>
            <a:gdLst/>
            <a:ahLst/>
            <a:cxnLst/>
            <a:rect l="0" t="0" r="0" b="0"/>
            <a:pathLst>
              <a:path w="3735419" h="1028700">
                <a:moveTo>
                  <a:pt x="3735419" y="914400"/>
                </a:moveTo>
                <a:cubicBezTo>
                  <a:pt x="3735419" y="977522"/>
                  <a:pt x="3684241" y="1028700"/>
                  <a:pt x="3621119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21119" y="0"/>
                </a:lnTo>
                <a:cubicBezTo>
                  <a:pt x="3684241" y="0"/>
                  <a:pt x="3735419" y="51177"/>
                  <a:pt x="3735419" y="114300"/>
                </a:cubicBezTo>
                <a:lnTo>
                  <a:pt x="3735419" y="914400"/>
                </a:lnTo>
              </a:path>
            </a:pathLst>
          </a:custGeom>
          <a:solidFill>
            <a:srgbClr val="1A15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37106" y="800100"/>
            <a:ext cx="3735419" cy="1028700"/>
          </a:xfrm>
          <a:custGeom>
            <a:avLst/>
            <a:gdLst/>
            <a:ahLst/>
            <a:cxnLst/>
            <a:rect l="0" t="0" r="0" b="0"/>
            <a:pathLst>
              <a:path w="3735419" h="1028700">
                <a:moveTo>
                  <a:pt x="3735419" y="914400"/>
                </a:moveTo>
                <a:cubicBezTo>
                  <a:pt x="3735419" y="977522"/>
                  <a:pt x="3684241" y="1028700"/>
                  <a:pt x="3621119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21119" y="0"/>
                </a:lnTo>
                <a:cubicBezTo>
                  <a:pt x="3684241" y="0"/>
                  <a:pt x="3735419" y="51177"/>
                  <a:pt x="3735419" y="114300"/>
                </a:cubicBezTo>
                <a:lnTo>
                  <a:pt x="3735419" y="914400"/>
                </a:ln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37106" y="800099"/>
            <a:ext cx="3735418" cy="1028700"/>
          </a:xfrm>
          <a:custGeom>
            <a:avLst/>
            <a:gdLst/>
            <a:ahLst/>
            <a:cxnLst/>
            <a:rect l="0" t="0" r="0" b="0"/>
            <a:pathLst>
              <a:path w="3735418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621118" y="0"/>
                </a:moveTo>
                <a:lnTo>
                  <a:pt x="114300" y="0"/>
                </a:lnTo>
                <a:moveTo>
                  <a:pt x="3735418" y="114300"/>
                </a:moveTo>
                <a:cubicBezTo>
                  <a:pt x="3735418" y="51174"/>
                  <a:pt x="3684244" y="0"/>
                  <a:pt x="3621118" y="0"/>
                </a:cubicBezTo>
                <a:moveTo>
                  <a:pt x="3735418" y="914400"/>
                </a:moveTo>
                <a:lnTo>
                  <a:pt x="3735418" y="114300"/>
                </a:lnTo>
                <a:moveTo>
                  <a:pt x="3621118" y="1028700"/>
                </a:moveTo>
                <a:cubicBezTo>
                  <a:pt x="3684244" y="1028700"/>
                  <a:pt x="3735418" y="977525"/>
                  <a:pt x="3735418" y="914400"/>
                </a:cubicBezTo>
                <a:moveTo>
                  <a:pt x="3621118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7106" y="2057400"/>
            <a:ext cx="3735419" cy="1028700"/>
          </a:xfrm>
          <a:custGeom>
            <a:avLst/>
            <a:gdLst/>
            <a:ahLst/>
            <a:cxnLst/>
            <a:rect l="0" t="0" r="0" b="0"/>
            <a:pathLst>
              <a:path w="3735419" h="1028700">
                <a:moveTo>
                  <a:pt x="3735419" y="914400"/>
                </a:moveTo>
                <a:cubicBezTo>
                  <a:pt x="3735419" y="977522"/>
                  <a:pt x="3684241" y="1028700"/>
                  <a:pt x="3621119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21119" y="0"/>
                </a:lnTo>
                <a:cubicBezTo>
                  <a:pt x="3684241" y="0"/>
                  <a:pt x="3735419" y="51177"/>
                  <a:pt x="3735419" y="114300"/>
                </a:cubicBezTo>
                <a:lnTo>
                  <a:pt x="3735419" y="914400"/>
                </a:lnTo>
              </a:path>
            </a:pathLst>
          </a:custGeom>
          <a:solidFill>
            <a:srgbClr val="1A15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37106" y="2057400"/>
            <a:ext cx="3735419" cy="1028700"/>
          </a:xfrm>
          <a:custGeom>
            <a:avLst/>
            <a:gdLst/>
            <a:ahLst/>
            <a:cxnLst/>
            <a:rect l="0" t="0" r="0" b="0"/>
            <a:pathLst>
              <a:path w="3735419" h="1028700">
                <a:moveTo>
                  <a:pt x="3735419" y="914400"/>
                </a:moveTo>
                <a:cubicBezTo>
                  <a:pt x="3735419" y="977522"/>
                  <a:pt x="3684241" y="1028700"/>
                  <a:pt x="3621119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21119" y="0"/>
                </a:lnTo>
                <a:cubicBezTo>
                  <a:pt x="3684241" y="0"/>
                  <a:pt x="3735419" y="51177"/>
                  <a:pt x="3735419" y="114300"/>
                </a:cubicBezTo>
                <a:lnTo>
                  <a:pt x="3735419" y="914400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37106" y="2057399"/>
            <a:ext cx="3735418" cy="1028700"/>
          </a:xfrm>
          <a:custGeom>
            <a:avLst/>
            <a:gdLst/>
            <a:ahLst/>
            <a:cxnLst/>
            <a:rect l="0" t="0" r="0" b="0"/>
            <a:pathLst>
              <a:path w="3735418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621118" y="0"/>
                </a:moveTo>
                <a:lnTo>
                  <a:pt x="114300" y="0"/>
                </a:lnTo>
                <a:moveTo>
                  <a:pt x="3735418" y="114300"/>
                </a:moveTo>
                <a:cubicBezTo>
                  <a:pt x="3735418" y="51174"/>
                  <a:pt x="3684244" y="0"/>
                  <a:pt x="3621118" y="0"/>
                </a:cubicBezTo>
                <a:moveTo>
                  <a:pt x="3735418" y="914400"/>
                </a:moveTo>
                <a:lnTo>
                  <a:pt x="3735418" y="114300"/>
                </a:lnTo>
                <a:moveTo>
                  <a:pt x="3621118" y="1028700"/>
                </a:moveTo>
                <a:cubicBezTo>
                  <a:pt x="3684244" y="1028700"/>
                  <a:pt x="3735418" y="977525"/>
                  <a:pt x="3735418" y="914400"/>
                </a:cubicBezTo>
                <a:moveTo>
                  <a:pt x="3621118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37106" y="3314700"/>
            <a:ext cx="3735419" cy="1028700"/>
          </a:xfrm>
          <a:custGeom>
            <a:avLst/>
            <a:gdLst/>
            <a:ahLst/>
            <a:cxnLst/>
            <a:rect l="0" t="0" r="0" b="0"/>
            <a:pathLst>
              <a:path w="3735419" h="1028700">
                <a:moveTo>
                  <a:pt x="3735419" y="914400"/>
                </a:moveTo>
                <a:cubicBezTo>
                  <a:pt x="3735419" y="977522"/>
                  <a:pt x="3684241" y="1028700"/>
                  <a:pt x="3621119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21119" y="0"/>
                </a:lnTo>
                <a:cubicBezTo>
                  <a:pt x="3684241" y="0"/>
                  <a:pt x="3735419" y="51177"/>
                  <a:pt x="3735419" y="114300"/>
                </a:cubicBezTo>
                <a:lnTo>
                  <a:pt x="3735419" y="914400"/>
                </a:lnTo>
              </a:path>
            </a:pathLst>
          </a:custGeom>
          <a:solidFill>
            <a:srgbClr val="1A15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37106" y="3314700"/>
            <a:ext cx="3735419" cy="1028700"/>
          </a:xfrm>
          <a:custGeom>
            <a:avLst/>
            <a:gdLst/>
            <a:ahLst/>
            <a:cxnLst/>
            <a:rect l="0" t="0" r="0" b="0"/>
            <a:pathLst>
              <a:path w="3735419" h="1028700">
                <a:moveTo>
                  <a:pt x="3735419" y="914400"/>
                </a:moveTo>
                <a:cubicBezTo>
                  <a:pt x="3735419" y="977522"/>
                  <a:pt x="3684241" y="1028700"/>
                  <a:pt x="3621119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21119" y="0"/>
                </a:lnTo>
                <a:cubicBezTo>
                  <a:pt x="3684241" y="0"/>
                  <a:pt x="3735419" y="51177"/>
                  <a:pt x="3735419" y="114300"/>
                </a:cubicBezTo>
                <a:lnTo>
                  <a:pt x="3735419" y="91440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37106" y="3314699"/>
            <a:ext cx="3735418" cy="1028700"/>
          </a:xfrm>
          <a:custGeom>
            <a:avLst/>
            <a:gdLst/>
            <a:ahLst/>
            <a:cxnLst/>
            <a:rect l="0" t="0" r="0" b="0"/>
            <a:pathLst>
              <a:path w="3735418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621118" y="0"/>
                </a:moveTo>
                <a:lnTo>
                  <a:pt x="114300" y="0"/>
                </a:lnTo>
                <a:moveTo>
                  <a:pt x="3735418" y="114300"/>
                </a:moveTo>
                <a:cubicBezTo>
                  <a:pt x="3735418" y="51174"/>
                  <a:pt x="3684244" y="0"/>
                  <a:pt x="3621118" y="0"/>
                </a:cubicBezTo>
                <a:moveTo>
                  <a:pt x="3735418" y="914400"/>
                </a:moveTo>
                <a:lnTo>
                  <a:pt x="3735418" y="114300"/>
                </a:lnTo>
                <a:moveTo>
                  <a:pt x="3621118" y="1028700"/>
                </a:moveTo>
                <a:cubicBezTo>
                  <a:pt x="3684244" y="1028700"/>
                  <a:pt x="3735418" y="977525"/>
                  <a:pt x="3735418" y="914400"/>
                </a:cubicBezTo>
                <a:moveTo>
                  <a:pt x="3621118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4" name="Group 13"/>
          <p:cNvGrpSpPr/>
          <p:nvPr/>
        </p:nvGrpSpPr>
        <p:grpSpPr>
          <a:xfrm>
            <a:off x="390525" y="371475"/>
            <a:ext cx="3346237" cy="800100"/>
            <a:chOff x="390525" y="371475"/>
            <a:chExt cx="3346237" cy="800100"/>
          </a:xfrm>
        </p:grpSpPr>
        <p:sp>
          <p:nvSpPr>
            <p:cNvPr id="12" name="TextBox 11"/>
            <p:cNvSpPr txBox="1"/>
            <p:nvPr/>
          </p:nvSpPr>
          <p:spPr>
            <a:xfrm>
              <a:off x="390525" y="371475"/>
              <a:ext cx="384817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"/>
                </a:rPr>
                <a:t>The Golden Hour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0525" y="771525"/>
              <a:ext cx="384817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"/>
                </a:rPr>
                <a:t>Crisis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246656" y="990600"/>
            <a:ext cx="244531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Infrastructure Collapse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246656" y="1257300"/>
            <a:ext cx="3238785" cy="381000"/>
            <a:chOff x="5246656" y="1257300"/>
            <a:chExt cx="3238785" cy="381000"/>
          </a:xfrm>
        </p:grpSpPr>
        <p:sp>
          <p:nvSpPr>
            <p:cNvPr id="16" name="TextBox 15"/>
            <p:cNvSpPr txBox="1"/>
            <p:nvPr/>
          </p:nvSpPr>
          <p:spPr>
            <a:xfrm>
              <a:off x="5246656" y="1257300"/>
              <a:ext cx="372460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Cellular towers and power grids are instantly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246656" y="1447800"/>
              <a:ext cx="372460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destroyed, leaving responders in the dark.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246656" y="2247900"/>
            <a:ext cx="1330223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Blind Search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246656" y="2514600"/>
            <a:ext cx="3408997" cy="381000"/>
            <a:chOff x="5246656" y="2514600"/>
            <a:chExt cx="3408997" cy="381000"/>
          </a:xfrm>
        </p:grpSpPr>
        <p:sp>
          <p:nvSpPr>
            <p:cNvPr id="20" name="TextBox 19"/>
            <p:cNvSpPr txBox="1"/>
            <p:nvPr/>
          </p:nvSpPr>
          <p:spPr>
            <a:xfrm>
              <a:off x="5246656" y="2514600"/>
              <a:ext cx="392034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Responders are forced to search vast, unstable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46656" y="2705100"/>
              <a:ext cx="392034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debris fields without real-time data.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246656" y="3505200"/>
            <a:ext cx="207902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Equipment Barriers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246656" y="3771900"/>
            <a:ext cx="2934176" cy="381000"/>
            <a:chOff x="5246656" y="3771900"/>
            <a:chExt cx="2934176" cy="381000"/>
          </a:xfrm>
        </p:grpSpPr>
        <p:sp>
          <p:nvSpPr>
            <p:cNvPr id="24" name="TextBox 23"/>
            <p:cNvSpPr txBox="1"/>
            <p:nvPr/>
          </p:nvSpPr>
          <p:spPr>
            <a:xfrm>
              <a:off x="5246656" y="3771900"/>
              <a:ext cx="337430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Existing radar is fragile, expensive (₹5-10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46656" y="3962400"/>
              <a:ext cx="337430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Lakhs), and relies on active networks.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90525" y="4371975"/>
            <a:ext cx="3811047" cy="457200"/>
            <a:chOff x="390525" y="4371975"/>
            <a:chExt cx="3811047" cy="457200"/>
          </a:xfrm>
        </p:grpSpPr>
        <p:sp>
          <p:nvSpPr>
            <p:cNvPr id="27" name="TextBox 26"/>
            <p:cNvSpPr txBox="1"/>
            <p:nvPr/>
          </p:nvSpPr>
          <p:spPr>
            <a:xfrm>
              <a:off x="390525" y="4371975"/>
              <a:ext cx="4382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When disaster strikes, the first 60 minutes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0525" y="4600575"/>
              <a:ext cx="4382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decide the fate of trapped victims.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31568" y="1806630"/>
            <a:ext cx="790736" cy="790736"/>
          </a:xfrm>
          <a:custGeom>
            <a:avLst/>
            <a:gdLst/>
            <a:ahLst/>
            <a:cxnLst/>
            <a:rect l="0" t="0" r="0" b="0"/>
            <a:pathLst>
              <a:path w="790736" h="790736">
                <a:moveTo>
                  <a:pt x="0" y="395373"/>
                </a:moveTo>
                <a:cubicBezTo>
                  <a:pt x="0" y="613724"/>
                  <a:pt x="177012" y="790736"/>
                  <a:pt x="395373" y="790736"/>
                </a:cubicBezTo>
                <a:cubicBezTo>
                  <a:pt x="613724" y="790736"/>
                  <a:pt x="790736" y="613724"/>
                  <a:pt x="790736" y="395373"/>
                </a:cubicBezTo>
                <a:cubicBezTo>
                  <a:pt x="790736" y="177012"/>
                  <a:pt x="613724" y="0"/>
                  <a:pt x="395373" y="0"/>
                </a:cubicBezTo>
                <a:cubicBezTo>
                  <a:pt x="177012" y="0"/>
                  <a:pt x="0" y="177012"/>
                  <a:pt x="0" y="395373"/>
                </a:cubicBez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31568" y="1806630"/>
            <a:ext cx="790740" cy="790740"/>
          </a:xfrm>
          <a:custGeom>
            <a:avLst/>
            <a:gdLst/>
            <a:ahLst/>
            <a:cxnLst/>
            <a:rect l="0" t="0" r="0" b="0"/>
            <a:pathLst>
              <a:path w="790740" h="790740">
                <a:moveTo>
                  <a:pt x="0" y="395370"/>
                </a:moveTo>
                <a:cubicBezTo>
                  <a:pt x="0" y="613727"/>
                  <a:pt x="177013" y="790740"/>
                  <a:pt x="395370" y="790740"/>
                </a:cubicBezTo>
                <a:cubicBezTo>
                  <a:pt x="613727" y="790740"/>
                  <a:pt x="790740" y="613727"/>
                  <a:pt x="790740" y="395370"/>
                </a:cubicBezTo>
                <a:cubicBezTo>
                  <a:pt x="790740" y="177013"/>
                  <a:pt x="613727" y="0"/>
                  <a:pt x="395370" y="0"/>
                </a:cubicBezTo>
                <a:cubicBezTo>
                  <a:pt x="177013" y="0"/>
                  <a:pt x="0" y="177013"/>
                  <a:pt x="0" y="395370"/>
                </a:cubicBezTo>
              </a:path>
            </a:pathLst>
          </a:custGeom>
          <a:noFill/>
          <a:ln w="16473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9778" y="1664729"/>
            <a:ext cx="1064532" cy="1284082"/>
          </a:xfrm>
          <a:custGeom>
            <a:avLst/>
            <a:gdLst/>
            <a:ahLst/>
            <a:cxnLst/>
            <a:rect l="0" t="0" r="0" b="0"/>
            <a:pathLst>
              <a:path w="1064532" h="1284082">
                <a:moveTo>
                  <a:pt x="0" y="532128"/>
                </a:moveTo>
                <a:cubicBezTo>
                  <a:pt x="0" y="428883"/>
                  <a:pt x="30917" y="327957"/>
                  <a:pt x="88842" y="242111"/>
                </a:cubicBezTo>
                <a:cubicBezTo>
                  <a:pt x="146768" y="156266"/>
                  <a:pt x="229098" y="89358"/>
                  <a:pt x="325424" y="49848"/>
                </a:cubicBezTo>
                <a:cubicBezTo>
                  <a:pt x="421750" y="10337"/>
                  <a:pt x="527744" y="0"/>
                  <a:pt x="630003" y="20141"/>
                </a:cubicBezTo>
                <a:cubicBezTo>
                  <a:pt x="732263" y="40284"/>
                  <a:pt x="826194" y="90001"/>
                  <a:pt x="899918" y="163006"/>
                </a:cubicBezTo>
                <a:cubicBezTo>
                  <a:pt x="973643" y="236012"/>
                  <a:pt x="1023850" y="329027"/>
                  <a:pt x="1044191" y="430289"/>
                </a:cubicBezTo>
                <a:cubicBezTo>
                  <a:pt x="1064532" y="531550"/>
                  <a:pt x="1054092" y="636509"/>
                  <a:pt x="1014192" y="731896"/>
                </a:cubicBezTo>
                <a:cubicBezTo>
                  <a:pt x="974293" y="827282"/>
                  <a:pt x="906725" y="908810"/>
                  <a:pt x="820034" y="966170"/>
                </a:cubicBezTo>
                <a:cubicBezTo>
                  <a:pt x="733343" y="1023530"/>
                  <a:pt x="634560" y="1054146"/>
                  <a:pt x="530298" y="1054146"/>
                </a:cubicBezTo>
                <a:lnTo>
                  <a:pt x="530299" y="1284082"/>
                </a:lnTo>
                <a:moveTo>
                  <a:pt x="438073" y="1193084"/>
                </a:moveTo>
                <a:lnTo>
                  <a:pt x="530299" y="1284082"/>
                </a:lnTo>
                <a:moveTo>
                  <a:pt x="530299" y="1284082"/>
                </a:moveTo>
                <a:lnTo>
                  <a:pt x="622524" y="1193084"/>
                </a:lnTo>
              </a:path>
            </a:pathLst>
          </a:custGeom>
          <a:noFill/>
          <a:ln w="164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76629" y="1806630"/>
            <a:ext cx="790736" cy="790736"/>
          </a:xfrm>
          <a:custGeom>
            <a:avLst/>
            <a:gdLst/>
            <a:ahLst/>
            <a:cxnLst/>
            <a:rect l="0" t="0" r="0" b="0"/>
            <a:pathLst>
              <a:path w="790736" h="790736">
                <a:moveTo>
                  <a:pt x="0" y="395373"/>
                </a:moveTo>
                <a:cubicBezTo>
                  <a:pt x="0" y="613724"/>
                  <a:pt x="177012" y="790736"/>
                  <a:pt x="395373" y="790736"/>
                </a:cubicBezTo>
                <a:cubicBezTo>
                  <a:pt x="613724" y="790736"/>
                  <a:pt x="790736" y="613724"/>
                  <a:pt x="790736" y="395373"/>
                </a:cubicBezTo>
                <a:cubicBezTo>
                  <a:pt x="790736" y="177012"/>
                  <a:pt x="613724" y="0"/>
                  <a:pt x="395373" y="0"/>
                </a:cubicBezTo>
                <a:cubicBezTo>
                  <a:pt x="177012" y="0"/>
                  <a:pt x="0" y="177012"/>
                  <a:pt x="0" y="395373"/>
                </a:cubicBez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76629" y="1806630"/>
            <a:ext cx="790740" cy="790740"/>
          </a:xfrm>
          <a:custGeom>
            <a:avLst/>
            <a:gdLst/>
            <a:ahLst/>
            <a:cxnLst/>
            <a:rect l="0" t="0" r="0" b="0"/>
            <a:pathLst>
              <a:path w="790740" h="790740">
                <a:moveTo>
                  <a:pt x="0" y="395370"/>
                </a:moveTo>
                <a:cubicBezTo>
                  <a:pt x="0" y="613727"/>
                  <a:pt x="177013" y="790740"/>
                  <a:pt x="395370" y="790740"/>
                </a:cubicBezTo>
                <a:cubicBezTo>
                  <a:pt x="613727" y="790740"/>
                  <a:pt x="790740" y="613727"/>
                  <a:pt x="790740" y="395370"/>
                </a:cubicBezTo>
                <a:cubicBezTo>
                  <a:pt x="790740" y="177013"/>
                  <a:pt x="613727" y="0"/>
                  <a:pt x="395370" y="0"/>
                </a:cubicBezTo>
                <a:cubicBezTo>
                  <a:pt x="177013" y="0"/>
                  <a:pt x="0" y="177013"/>
                  <a:pt x="0" y="395370"/>
                </a:cubicBezTo>
              </a:path>
            </a:pathLst>
          </a:custGeom>
          <a:noFill/>
          <a:ln w="16473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44839" y="1664729"/>
            <a:ext cx="1064532" cy="1284082"/>
          </a:xfrm>
          <a:custGeom>
            <a:avLst/>
            <a:gdLst/>
            <a:ahLst/>
            <a:cxnLst/>
            <a:rect l="0" t="0" r="0" b="0"/>
            <a:pathLst>
              <a:path w="1064532" h="1284082">
                <a:moveTo>
                  <a:pt x="0" y="532128"/>
                </a:moveTo>
                <a:cubicBezTo>
                  <a:pt x="0" y="428883"/>
                  <a:pt x="30917" y="327957"/>
                  <a:pt x="88842" y="242111"/>
                </a:cubicBezTo>
                <a:cubicBezTo>
                  <a:pt x="146768" y="156266"/>
                  <a:pt x="229098" y="89358"/>
                  <a:pt x="325424" y="49848"/>
                </a:cubicBezTo>
                <a:cubicBezTo>
                  <a:pt x="421750" y="10337"/>
                  <a:pt x="527744" y="0"/>
                  <a:pt x="630003" y="20141"/>
                </a:cubicBezTo>
                <a:cubicBezTo>
                  <a:pt x="732263" y="40284"/>
                  <a:pt x="826194" y="90001"/>
                  <a:pt x="899918" y="163006"/>
                </a:cubicBezTo>
                <a:cubicBezTo>
                  <a:pt x="973643" y="236012"/>
                  <a:pt x="1023850" y="329027"/>
                  <a:pt x="1044191" y="430289"/>
                </a:cubicBezTo>
                <a:cubicBezTo>
                  <a:pt x="1064532" y="531550"/>
                  <a:pt x="1054092" y="636509"/>
                  <a:pt x="1014192" y="731896"/>
                </a:cubicBezTo>
                <a:cubicBezTo>
                  <a:pt x="974293" y="827282"/>
                  <a:pt x="906725" y="908810"/>
                  <a:pt x="820034" y="966170"/>
                </a:cubicBezTo>
                <a:cubicBezTo>
                  <a:pt x="733343" y="1023530"/>
                  <a:pt x="634560" y="1054146"/>
                  <a:pt x="530298" y="1054146"/>
                </a:cubicBezTo>
                <a:lnTo>
                  <a:pt x="530299" y="1284082"/>
                </a:lnTo>
                <a:moveTo>
                  <a:pt x="438073" y="1193084"/>
                </a:moveTo>
                <a:lnTo>
                  <a:pt x="530299" y="1284082"/>
                </a:lnTo>
                <a:moveTo>
                  <a:pt x="530299" y="1284082"/>
                </a:moveTo>
                <a:lnTo>
                  <a:pt x="622524" y="1193084"/>
                </a:lnTo>
              </a:path>
            </a:pathLst>
          </a:custGeom>
          <a:noFill/>
          <a:ln w="164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1691" y="1806630"/>
            <a:ext cx="790736" cy="790736"/>
          </a:xfrm>
          <a:custGeom>
            <a:avLst/>
            <a:gdLst/>
            <a:ahLst/>
            <a:cxnLst/>
            <a:rect l="0" t="0" r="0" b="0"/>
            <a:pathLst>
              <a:path w="790736" h="790736">
                <a:moveTo>
                  <a:pt x="0" y="395373"/>
                </a:moveTo>
                <a:cubicBezTo>
                  <a:pt x="0" y="613724"/>
                  <a:pt x="177012" y="790736"/>
                  <a:pt x="395373" y="790736"/>
                </a:cubicBezTo>
                <a:cubicBezTo>
                  <a:pt x="613724" y="790736"/>
                  <a:pt x="790736" y="613724"/>
                  <a:pt x="790736" y="395373"/>
                </a:cubicBezTo>
                <a:cubicBezTo>
                  <a:pt x="790736" y="177012"/>
                  <a:pt x="613724" y="0"/>
                  <a:pt x="395373" y="0"/>
                </a:cubicBezTo>
                <a:cubicBezTo>
                  <a:pt x="177012" y="0"/>
                  <a:pt x="0" y="177012"/>
                  <a:pt x="0" y="395373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21691" y="1806630"/>
            <a:ext cx="790740" cy="790740"/>
          </a:xfrm>
          <a:custGeom>
            <a:avLst/>
            <a:gdLst/>
            <a:ahLst/>
            <a:cxnLst/>
            <a:rect l="0" t="0" r="0" b="0"/>
            <a:pathLst>
              <a:path w="790740" h="790740">
                <a:moveTo>
                  <a:pt x="0" y="395370"/>
                </a:moveTo>
                <a:cubicBezTo>
                  <a:pt x="0" y="613727"/>
                  <a:pt x="177013" y="790740"/>
                  <a:pt x="395370" y="790740"/>
                </a:cubicBezTo>
                <a:cubicBezTo>
                  <a:pt x="613727" y="790740"/>
                  <a:pt x="790740" y="613727"/>
                  <a:pt x="790740" y="395370"/>
                </a:cubicBezTo>
                <a:cubicBezTo>
                  <a:pt x="790740" y="177013"/>
                  <a:pt x="613727" y="0"/>
                  <a:pt x="395370" y="0"/>
                </a:cubicBezTo>
                <a:cubicBezTo>
                  <a:pt x="177013" y="0"/>
                  <a:pt x="0" y="177013"/>
                  <a:pt x="0" y="395370"/>
                </a:cubicBezTo>
              </a:path>
            </a:pathLst>
          </a:custGeom>
          <a:noFill/>
          <a:ln w="16473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89900" y="1664729"/>
            <a:ext cx="1064532" cy="1284082"/>
          </a:xfrm>
          <a:custGeom>
            <a:avLst/>
            <a:gdLst/>
            <a:ahLst/>
            <a:cxnLst/>
            <a:rect l="0" t="0" r="0" b="0"/>
            <a:pathLst>
              <a:path w="1064532" h="1284082">
                <a:moveTo>
                  <a:pt x="0" y="532128"/>
                </a:moveTo>
                <a:cubicBezTo>
                  <a:pt x="0" y="428883"/>
                  <a:pt x="30917" y="327957"/>
                  <a:pt x="88842" y="242111"/>
                </a:cubicBezTo>
                <a:cubicBezTo>
                  <a:pt x="146768" y="156266"/>
                  <a:pt x="229098" y="89358"/>
                  <a:pt x="325424" y="49848"/>
                </a:cubicBezTo>
                <a:cubicBezTo>
                  <a:pt x="421750" y="10337"/>
                  <a:pt x="527744" y="0"/>
                  <a:pt x="630003" y="20141"/>
                </a:cubicBezTo>
                <a:cubicBezTo>
                  <a:pt x="732263" y="40284"/>
                  <a:pt x="826194" y="90001"/>
                  <a:pt x="899918" y="163006"/>
                </a:cubicBezTo>
                <a:cubicBezTo>
                  <a:pt x="973643" y="236012"/>
                  <a:pt x="1023850" y="329027"/>
                  <a:pt x="1044191" y="430289"/>
                </a:cubicBezTo>
                <a:cubicBezTo>
                  <a:pt x="1064532" y="531550"/>
                  <a:pt x="1054092" y="636509"/>
                  <a:pt x="1014192" y="731896"/>
                </a:cubicBezTo>
                <a:cubicBezTo>
                  <a:pt x="974293" y="827282"/>
                  <a:pt x="906725" y="908810"/>
                  <a:pt x="820034" y="966170"/>
                </a:cubicBezTo>
                <a:cubicBezTo>
                  <a:pt x="733343" y="1023530"/>
                  <a:pt x="634560" y="1054146"/>
                  <a:pt x="530298" y="1054146"/>
                </a:cubicBezTo>
                <a:lnTo>
                  <a:pt x="530299" y="1284082"/>
                </a:lnTo>
                <a:moveTo>
                  <a:pt x="438073" y="1193084"/>
                </a:moveTo>
                <a:lnTo>
                  <a:pt x="530299" y="1284082"/>
                </a:lnTo>
                <a:moveTo>
                  <a:pt x="530299" y="1284082"/>
                </a:moveTo>
                <a:lnTo>
                  <a:pt x="622524" y="1193084"/>
                </a:lnTo>
              </a:path>
            </a:pathLst>
          </a:custGeom>
          <a:noFill/>
          <a:ln w="164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6" name="Group 15"/>
          <p:cNvGrpSpPr/>
          <p:nvPr/>
        </p:nvGrpSpPr>
        <p:grpSpPr>
          <a:xfrm>
            <a:off x="6305550" y="57150"/>
            <a:ext cx="2303249" cy="1143000"/>
            <a:chOff x="6305550" y="57150"/>
            <a:chExt cx="2303249" cy="1143000"/>
          </a:xfrm>
        </p:grpSpPr>
        <p:sp>
          <p:nvSpPr>
            <p:cNvPr id="11" name="TextBox 10"/>
            <p:cNvSpPr txBox="1"/>
            <p:nvPr/>
          </p:nvSpPr>
          <p:spPr>
            <a:xfrm>
              <a:off x="6305550" y="57150"/>
              <a:ext cx="26487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A rapidly deployable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05550" y="285750"/>
              <a:ext cx="2648736" cy="2285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system of autonomous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05550" y="514349"/>
              <a:ext cx="26487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nodes designed to enter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5550" y="742950"/>
              <a:ext cx="26487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structural fissures before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05550" y="971550"/>
              <a:ext cx="26487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humans.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90525" y="371475"/>
            <a:ext cx="3550253" cy="800100"/>
            <a:chOff x="390525" y="371475"/>
            <a:chExt cx="3550253" cy="800100"/>
          </a:xfrm>
        </p:grpSpPr>
        <p:sp>
          <p:nvSpPr>
            <p:cNvPr id="17" name="TextBox 16"/>
            <p:cNvSpPr txBox="1"/>
            <p:nvPr/>
          </p:nvSpPr>
          <p:spPr>
            <a:xfrm>
              <a:off x="390525" y="371475"/>
              <a:ext cx="40827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"/>
                </a:rPr>
                <a:t>The AURA Swarm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525" y="771525"/>
              <a:ext cx="40827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"/>
                </a:rPr>
                <a:t>Deployment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2460389" y="1937195"/>
            <a:ext cx="519147" cy="517425"/>
          </a:xfrm>
          <a:custGeom>
            <a:avLst/>
            <a:gdLst/>
            <a:ahLst/>
            <a:cxnLst/>
            <a:rect l="0" t="0" r="0" b="0"/>
            <a:pathLst>
              <a:path w="519147" h="517425">
                <a:moveTo>
                  <a:pt x="519147" y="418583"/>
                </a:moveTo>
                <a:lnTo>
                  <a:pt x="519147" y="517425"/>
                </a:lnTo>
                <a:lnTo>
                  <a:pt x="420304" y="517425"/>
                </a:lnTo>
                <a:moveTo>
                  <a:pt x="519147" y="517403"/>
                </a:moveTo>
                <a:lnTo>
                  <a:pt x="408224" y="406480"/>
                </a:lnTo>
                <a:cubicBezTo>
                  <a:pt x="395369" y="393630"/>
                  <a:pt x="376503" y="388865"/>
                  <a:pt x="359088" y="394070"/>
                </a:cubicBezTo>
                <a:lnTo>
                  <a:pt x="233602" y="427610"/>
                </a:lnTo>
                <a:cubicBezTo>
                  <a:pt x="216557" y="432176"/>
                  <a:pt x="198372" y="427303"/>
                  <a:pt x="185894" y="414827"/>
                </a:cubicBezTo>
                <a:lnTo>
                  <a:pt x="57882" y="286771"/>
                </a:lnTo>
                <a:moveTo>
                  <a:pt x="199139" y="340409"/>
                </a:moveTo>
                <a:cubicBezTo>
                  <a:pt x="268517" y="331717"/>
                  <a:pt x="324850" y="280175"/>
                  <a:pt x="339659" y="211841"/>
                </a:cubicBezTo>
                <a:cubicBezTo>
                  <a:pt x="354468" y="143507"/>
                  <a:pt x="324527" y="73268"/>
                  <a:pt x="264972" y="36634"/>
                </a:cubicBezTo>
                <a:cubicBezTo>
                  <a:pt x="205417" y="0"/>
                  <a:pt x="129223" y="4951"/>
                  <a:pt x="74911" y="48985"/>
                </a:cubicBezTo>
                <a:cubicBezTo>
                  <a:pt x="20598" y="93020"/>
                  <a:pt x="0" y="166543"/>
                  <a:pt x="23528" y="232385"/>
                </a:cubicBezTo>
                <a:moveTo>
                  <a:pt x="123513" y="264872"/>
                </a:moveTo>
                <a:lnTo>
                  <a:pt x="232240" y="96114"/>
                </a:lnTo>
                <a:moveTo>
                  <a:pt x="244321" y="102924"/>
                </a:moveTo>
                <a:cubicBezTo>
                  <a:pt x="220832" y="86568"/>
                  <a:pt x="190201" y="84616"/>
                  <a:pt x="164825" y="97857"/>
                </a:cubicBezTo>
                <a:cubicBezTo>
                  <a:pt x="139450" y="111098"/>
                  <a:pt x="123532" y="137341"/>
                  <a:pt x="123513" y="165963"/>
                </a:cubicBezTo>
                <a:lnTo>
                  <a:pt x="123513" y="187928"/>
                </a:lnTo>
                <a:cubicBezTo>
                  <a:pt x="123515" y="216559"/>
                  <a:pt x="139427" y="242816"/>
                  <a:pt x="164806" y="256068"/>
                </a:cubicBezTo>
                <a:cubicBezTo>
                  <a:pt x="190185" y="269320"/>
                  <a:pt x="220825" y="267372"/>
                  <a:pt x="244321" y="251012"/>
                </a:cubicBezTo>
              </a:path>
            </a:pathLst>
          </a:custGeom>
          <a:noFill/>
          <a:ln w="164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30384" y="1960386"/>
            <a:ext cx="483230" cy="483230"/>
          </a:xfrm>
          <a:custGeom>
            <a:avLst/>
            <a:gdLst/>
            <a:ahLst/>
            <a:cxnLst/>
            <a:rect l="0" t="0" r="0" b="0"/>
            <a:pathLst>
              <a:path w="483230" h="483230">
                <a:moveTo>
                  <a:pt x="197685" y="43930"/>
                </a:moveTo>
                <a:cubicBezTo>
                  <a:pt x="197685" y="68191"/>
                  <a:pt x="217353" y="87860"/>
                  <a:pt x="241615" y="87860"/>
                </a:cubicBezTo>
                <a:cubicBezTo>
                  <a:pt x="265877" y="87860"/>
                  <a:pt x="285545" y="68191"/>
                  <a:pt x="285545" y="43930"/>
                </a:cubicBezTo>
                <a:cubicBezTo>
                  <a:pt x="285545" y="19668"/>
                  <a:pt x="265877" y="0"/>
                  <a:pt x="241615" y="0"/>
                </a:cubicBezTo>
                <a:cubicBezTo>
                  <a:pt x="217353" y="0"/>
                  <a:pt x="197685" y="19668"/>
                  <a:pt x="197685" y="43930"/>
                </a:cubicBezTo>
                <a:moveTo>
                  <a:pt x="197685" y="439300"/>
                </a:moveTo>
                <a:cubicBezTo>
                  <a:pt x="197685" y="463562"/>
                  <a:pt x="217353" y="483230"/>
                  <a:pt x="241615" y="483230"/>
                </a:cubicBezTo>
                <a:cubicBezTo>
                  <a:pt x="265877" y="483230"/>
                  <a:pt x="285545" y="463562"/>
                  <a:pt x="285545" y="439300"/>
                </a:cubicBezTo>
                <a:cubicBezTo>
                  <a:pt x="285545" y="415038"/>
                  <a:pt x="265877" y="395370"/>
                  <a:pt x="241615" y="395370"/>
                </a:cubicBezTo>
                <a:cubicBezTo>
                  <a:pt x="217353" y="395370"/>
                  <a:pt x="197685" y="415038"/>
                  <a:pt x="197685" y="439300"/>
                </a:cubicBezTo>
                <a:moveTo>
                  <a:pt x="395370" y="241615"/>
                </a:moveTo>
                <a:cubicBezTo>
                  <a:pt x="395370" y="265877"/>
                  <a:pt x="415038" y="285545"/>
                  <a:pt x="439300" y="285545"/>
                </a:cubicBezTo>
                <a:cubicBezTo>
                  <a:pt x="463562" y="285545"/>
                  <a:pt x="483230" y="265877"/>
                  <a:pt x="483230" y="241615"/>
                </a:cubicBezTo>
                <a:cubicBezTo>
                  <a:pt x="483230" y="217353"/>
                  <a:pt x="463562" y="197685"/>
                  <a:pt x="439300" y="197685"/>
                </a:cubicBezTo>
                <a:cubicBezTo>
                  <a:pt x="415038" y="197685"/>
                  <a:pt x="395370" y="217353"/>
                  <a:pt x="395370" y="241615"/>
                </a:cubicBezTo>
                <a:moveTo>
                  <a:pt x="0" y="241615"/>
                </a:moveTo>
                <a:cubicBezTo>
                  <a:pt x="0" y="265877"/>
                  <a:pt x="19668" y="285545"/>
                  <a:pt x="43930" y="285545"/>
                </a:cubicBezTo>
                <a:cubicBezTo>
                  <a:pt x="68191" y="285545"/>
                  <a:pt x="87860" y="265877"/>
                  <a:pt x="87860" y="241615"/>
                </a:cubicBezTo>
                <a:cubicBezTo>
                  <a:pt x="87860" y="217353"/>
                  <a:pt x="68191" y="197685"/>
                  <a:pt x="43930" y="197685"/>
                </a:cubicBezTo>
                <a:cubicBezTo>
                  <a:pt x="19668" y="197685"/>
                  <a:pt x="0" y="217353"/>
                  <a:pt x="0" y="241615"/>
                </a:cubicBezTo>
                <a:moveTo>
                  <a:pt x="241615" y="87860"/>
                </a:moveTo>
                <a:lnTo>
                  <a:pt x="241615" y="395370"/>
                </a:lnTo>
                <a:moveTo>
                  <a:pt x="87860" y="241615"/>
                </a:moveTo>
                <a:lnTo>
                  <a:pt x="395370" y="241615"/>
                </a:lnTo>
                <a:moveTo>
                  <a:pt x="337382" y="381312"/>
                </a:moveTo>
                <a:cubicBezTo>
                  <a:pt x="337382" y="405574"/>
                  <a:pt x="357050" y="425242"/>
                  <a:pt x="381312" y="425242"/>
                </a:cubicBezTo>
                <a:cubicBezTo>
                  <a:pt x="405574" y="425242"/>
                  <a:pt x="425242" y="405574"/>
                  <a:pt x="425242" y="381312"/>
                </a:cubicBezTo>
                <a:cubicBezTo>
                  <a:pt x="425242" y="357050"/>
                  <a:pt x="405574" y="337382"/>
                  <a:pt x="381312" y="337382"/>
                </a:cubicBezTo>
                <a:cubicBezTo>
                  <a:pt x="357050" y="337382"/>
                  <a:pt x="337382" y="357050"/>
                  <a:pt x="337382" y="381312"/>
                </a:cubicBezTo>
                <a:moveTo>
                  <a:pt x="57987" y="101917"/>
                </a:moveTo>
                <a:cubicBezTo>
                  <a:pt x="57987" y="126179"/>
                  <a:pt x="77655" y="145847"/>
                  <a:pt x="101917" y="145847"/>
                </a:cubicBezTo>
                <a:cubicBezTo>
                  <a:pt x="126179" y="145847"/>
                  <a:pt x="145847" y="126179"/>
                  <a:pt x="145847" y="101917"/>
                </a:cubicBezTo>
                <a:cubicBezTo>
                  <a:pt x="145847" y="77655"/>
                  <a:pt x="126179" y="57987"/>
                  <a:pt x="101917" y="57987"/>
                </a:cubicBezTo>
                <a:cubicBezTo>
                  <a:pt x="77655" y="57987"/>
                  <a:pt x="57987" y="77655"/>
                  <a:pt x="57987" y="101917"/>
                </a:cubicBezTo>
                <a:moveTo>
                  <a:pt x="132888" y="132888"/>
                </a:moveTo>
                <a:lnTo>
                  <a:pt x="197685" y="197685"/>
                </a:lnTo>
                <a:moveTo>
                  <a:pt x="285545" y="285545"/>
                </a:moveTo>
                <a:lnTo>
                  <a:pt x="350341" y="350341"/>
                </a:lnTo>
                <a:moveTo>
                  <a:pt x="337382" y="101917"/>
                </a:moveTo>
                <a:cubicBezTo>
                  <a:pt x="337382" y="126179"/>
                  <a:pt x="357050" y="145847"/>
                  <a:pt x="381312" y="145847"/>
                </a:cubicBezTo>
                <a:cubicBezTo>
                  <a:pt x="405574" y="145847"/>
                  <a:pt x="425242" y="126179"/>
                  <a:pt x="425242" y="101917"/>
                </a:cubicBezTo>
                <a:cubicBezTo>
                  <a:pt x="425242" y="77655"/>
                  <a:pt x="405574" y="57987"/>
                  <a:pt x="381312" y="57987"/>
                </a:cubicBezTo>
                <a:cubicBezTo>
                  <a:pt x="357050" y="57987"/>
                  <a:pt x="337382" y="77655"/>
                  <a:pt x="337382" y="101917"/>
                </a:cubicBezTo>
                <a:moveTo>
                  <a:pt x="57987" y="381312"/>
                </a:moveTo>
                <a:cubicBezTo>
                  <a:pt x="57987" y="405574"/>
                  <a:pt x="77655" y="425242"/>
                  <a:pt x="101917" y="425242"/>
                </a:cubicBezTo>
                <a:cubicBezTo>
                  <a:pt x="126179" y="425242"/>
                  <a:pt x="145847" y="405574"/>
                  <a:pt x="145847" y="381312"/>
                </a:cubicBezTo>
                <a:cubicBezTo>
                  <a:pt x="145847" y="357050"/>
                  <a:pt x="126179" y="337382"/>
                  <a:pt x="101917" y="337382"/>
                </a:cubicBezTo>
                <a:cubicBezTo>
                  <a:pt x="77655" y="337382"/>
                  <a:pt x="57987" y="357050"/>
                  <a:pt x="57987" y="381312"/>
                </a:cubicBezTo>
                <a:moveTo>
                  <a:pt x="285545" y="197685"/>
                </a:moveTo>
                <a:lnTo>
                  <a:pt x="350341" y="132888"/>
                </a:lnTo>
                <a:moveTo>
                  <a:pt x="132888" y="350341"/>
                </a:moveTo>
                <a:lnTo>
                  <a:pt x="197685" y="285545"/>
                </a:lnTo>
              </a:path>
            </a:pathLst>
          </a:custGeom>
          <a:noFill/>
          <a:ln w="164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5446" y="1960386"/>
            <a:ext cx="483230" cy="483230"/>
          </a:xfrm>
          <a:custGeom>
            <a:avLst/>
            <a:gdLst/>
            <a:ahLst/>
            <a:cxnLst/>
            <a:rect l="0" t="0" r="0" b="0"/>
            <a:pathLst>
              <a:path w="483230" h="483230">
                <a:moveTo>
                  <a:pt x="65895" y="241615"/>
                </a:moveTo>
                <a:cubicBezTo>
                  <a:pt x="65895" y="338662"/>
                  <a:pt x="144567" y="417335"/>
                  <a:pt x="241615" y="417335"/>
                </a:cubicBezTo>
                <a:cubicBezTo>
                  <a:pt x="338662" y="417335"/>
                  <a:pt x="417335" y="338662"/>
                  <a:pt x="417335" y="241615"/>
                </a:cubicBezTo>
                <a:cubicBezTo>
                  <a:pt x="417335" y="144567"/>
                  <a:pt x="338662" y="65895"/>
                  <a:pt x="241615" y="65895"/>
                </a:cubicBezTo>
                <a:cubicBezTo>
                  <a:pt x="144567" y="65895"/>
                  <a:pt x="65895" y="144567"/>
                  <a:pt x="65895" y="241615"/>
                </a:cubicBezTo>
                <a:close/>
                <a:moveTo>
                  <a:pt x="164737" y="241615"/>
                </a:moveTo>
                <a:lnTo>
                  <a:pt x="164737" y="241615"/>
                </a:lnTo>
                <a:cubicBezTo>
                  <a:pt x="164737" y="199156"/>
                  <a:pt x="199156" y="164737"/>
                  <a:pt x="241615" y="164737"/>
                </a:cubicBezTo>
                <a:cubicBezTo>
                  <a:pt x="284073" y="164737"/>
                  <a:pt x="318492" y="199156"/>
                  <a:pt x="318492" y="241615"/>
                </a:cubicBezTo>
                <a:cubicBezTo>
                  <a:pt x="318492" y="284073"/>
                  <a:pt x="284073" y="318492"/>
                  <a:pt x="241615" y="318492"/>
                </a:cubicBezTo>
                <a:cubicBezTo>
                  <a:pt x="199156" y="318492"/>
                  <a:pt x="164737" y="284073"/>
                  <a:pt x="164737" y="241615"/>
                </a:cubicBezTo>
                <a:close/>
                <a:moveTo>
                  <a:pt x="241615" y="0"/>
                </a:moveTo>
                <a:lnTo>
                  <a:pt x="241615" y="65895"/>
                </a:lnTo>
                <a:moveTo>
                  <a:pt x="241615" y="417335"/>
                </a:moveTo>
                <a:lnTo>
                  <a:pt x="241615" y="483230"/>
                </a:lnTo>
                <a:moveTo>
                  <a:pt x="483230" y="241615"/>
                </a:moveTo>
                <a:lnTo>
                  <a:pt x="417335" y="241615"/>
                </a:lnTo>
                <a:moveTo>
                  <a:pt x="65895" y="241615"/>
                </a:moveTo>
                <a:lnTo>
                  <a:pt x="0" y="241615"/>
                </a:lnTo>
              </a:path>
            </a:pathLst>
          </a:custGeom>
          <a:noFill/>
          <a:ln w="1647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6796" y="3124533"/>
            <a:ext cx="1140296" cy="2635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Funnel Display"/>
              </a:rPr>
              <a:t>Low-Cost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1793" y="3124534"/>
            <a:ext cx="1680414" cy="2635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Funnel Display"/>
              </a:rPr>
              <a:t>Decentralized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928238" y="3124545"/>
            <a:ext cx="977646" cy="527131"/>
            <a:chOff x="5928238" y="3124545"/>
            <a:chExt cx="977646" cy="527131"/>
          </a:xfrm>
        </p:grpSpPr>
        <p:sp>
          <p:nvSpPr>
            <p:cNvPr id="25" name="TextBox 24"/>
            <p:cNvSpPr txBox="1"/>
            <p:nvPr/>
          </p:nvSpPr>
          <p:spPr>
            <a:xfrm>
              <a:off x="5854915" y="3124545"/>
              <a:ext cx="1124292" cy="2635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Funnel Display"/>
                </a:rPr>
                <a:t>Surgical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4915" y="3388101"/>
              <a:ext cx="1124292" cy="263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Funnel Display"/>
                </a:rPr>
                <a:t>Precision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957128" y="3520045"/>
            <a:ext cx="1539620" cy="988256"/>
            <a:chOff x="1957128" y="3520045"/>
            <a:chExt cx="1539620" cy="988256"/>
          </a:xfrm>
        </p:grpSpPr>
        <p:sp>
          <p:nvSpPr>
            <p:cNvPr id="28" name="TextBox 27"/>
            <p:cNvSpPr txBox="1"/>
            <p:nvPr/>
          </p:nvSpPr>
          <p:spPr>
            <a:xfrm>
              <a:off x="1841657" y="3520045"/>
              <a:ext cx="1770563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Manufactured for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41657" y="3717688"/>
              <a:ext cx="1770563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under ₹800 per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841657" y="3915332"/>
              <a:ext cx="1770563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node, allowing for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841657" y="4112976"/>
              <a:ext cx="1770563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sacrificeable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41657" y="4310620"/>
              <a:ext cx="1770563" cy="197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swarm deployment.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865626" y="3520045"/>
            <a:ext cx="1412748" cy="988256"/>
            <a:chOff x="3865626" y="3520045"/>
            <a:chExt cx="1412748" cy="988256"/>
          </a:xfrm>
        </p:grpSpPr>
        <p:sp>
          <p:nvSpPr>
            <p:cNvPr id="34" name="TextBox 33"/>
            <p:cNvSpPr txBox="1"/>
            <p:nvPr/>
          </p:nvSpPr>
          <p:spPr>
            <a:xfrm>
              <a:off x="3759670" y="3520045"/>
              <a:ext cx="1624660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Creates its own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59670" y="3717688"/>
              <a:ext cx="1624660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offline local Wi-Fi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59670" y="3915332"/>
              <a:ext cx="1624660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telemetry beacon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759670" y="4112976"/>
              <a:ext cx="1624660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without needing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59670" y="4310620"/>
              <a:ext cx="1624660" cy="197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cellular backhaul.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665396" y="3783624"/>
            <a:ext cx="1503330" cy="988256"/>
            <a:chOff x="5665396" y="3783624"/>
            <a:chExt cx="1503330" cy="988256"/>
          </a:xfrm>
        </p:grpSpPr>
        <p:sp>
          <p:nvSpPr>
            <p:cNvPr id="40" name="TextBox 39"/>
            <p:cNvSpPr txBox="1"/>
            <p:nvPr/>
          </p:nvSpPr>
          <p:spPr>
            <a:xfrm>
              <a:off x="5552647" y="3783624"/>
              <a:ext cx="1728829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Scans for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552647" y="3981267"/>
              <a:ext cx="1728829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survivable voids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552647" y="4178911"/>
              <a:ext cx="1728829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and provides exact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552647" y="4376555"/>
              <a:ext cx="1728829" cy="197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GPS coordinates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552647" y="4574199"/>
              <a:ext cx="1728829" cy="197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"/>
                </a:rPr>
                <a:t>for extraction.</a:t>
              </a:r>
            </a:p>
          </p:txBody>
        </p:sp>
      </p:grpSp>
      <p:sp>
        <p:nvSpPr>
          <p:cNvPr id="46" name="Rounded Rectangle 4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551" y="-2800350"/>
            <a:ext cx="9210551" cy="602916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771978" y="1699672"/>
            <a:ext cx="3849909" cy="770609"/>
            <a:chOff x="4771978" y="1699672"/>
            <a:chExt cx="3849909" cy="770609"/>
          </a:xfrm>
        </p:grpSpPr>
        <p:sp>
          <p:nvSpPr>
            <p:cNvPr id="3" name="TextBox 2"/>
            <p:cNvSpPr txBox="1"/>
            <p:nvPr/>
          </p:nvSpPr>
          <p:spPr>
            <a:xfrm>
              <a:off x="4771978" y="1699672"/>
              <a:ext cx="4427395" cy="385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FFFFFF"/>
                  </a:solidFill>
                  <a:latin typeface="Funnel Display"/>
                </a:rPr>
                <a:t>Operational Process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71978" y="2084958"/>
              <a:ext cx="4427395" cy="3853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FFFFFF"/>
                  </a:solidFill>
                  <a:latin typeface="Funnel Display"/>
                </a:rPr>
                <a:t>Flow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857750" y="2524163"/>
            <a:ext cx="3859911" cy="457200"/>
            <a:chOff x="4857750" y="2524163"/>
            <a:chExt cx="3859911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4857750" y="2524163"/>
              <a:ext cx="44388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How AURA moves from drone deployment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57750" y="2752763"/>
              <a:ext cx="44388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to life-saving tactical data.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0525" y="3390937"/>
            <a:ext cx="604647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Funnel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025" y="3390937"/>
            <a:ext cx="604647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Funnel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9525" y="3390937"/>
            <a:ext cx="604647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Funnel Display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025" y="3390937"/>
            <a:ext cx="604647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Funnel Display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8525" y="3390937"/>
            <a:ext cx="604647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Funnel Display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" y="3943387"/>
            <a:ext cx="159661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"/>
              </a:rPr>
              <a:t>Drone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5025" y="3943387"/>
            <a:ext cx="170823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"/>
              </a:rPr>
              <a:t>Edge Void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9525" y="3943387"/>
            <a:ext cx="1611843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"/>
              </a:rPr>
              <a:t>Geospatial Locking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534025" y="3848137"/>
            <a:ext cx="1001087" cy="381000"/>
            <a:chOff x="5534025" y="3848137"/>
            <a:chExt cx="1001087" cy="381000"/>
          </a:xfrm>
        </p:grpSpPr>
        <p:sp>
          <p:nvSpPr>
            <p:cNvPr id="17" name="TextBox 16"/>
            <p:cNvSpPr txBox="1"/>
            <p:nvPr/>
          </p:nvSpPr>
          <p:spPr>
            <a:xfrm>
              <a:off x="5534025" y="3848137"/>
              <a:ext cx="11512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Funnel Display"/>
                </a:rPr>
                <a:t>Autonomous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34025" y="4038637"/>
              <a:ext cx="11512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Funnel Display"/>
                </a:rPr>
                <a:t>Beacon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248525" y="3943387"/>
            <a:ext cx="162060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"/>
              </a:rPr>
              <a:t>Tactical Dashboard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90525" y="4219612"/>
            <a:ext cx="1496006" cy="457161"/>
            <a:chOff x="390525" y="4219612"/>
            <a:chExt cx="1496006" cy="457161"/>
          </a:xfrm>
        </p:grpSpPr>
        <p:sp>
          <p:nvSpPr>
            <p:cNvPr id="21" name="TextBox 20"/>
            <p:cNvSpPr txBox="1"/>
            <p:nvPr/>
          </p:nvSpPr>
          <p:spPr>
            <a:xfrm>
              <a:off x="390525" y="4219612"/>
              <a:ext cx="17204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Nodes are dropped directly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0525" y="4372012"/>
              <a:ext cx="17204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into inaccessible structural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525" y="4524412"/>
              <a:ext cx="1720406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fissures.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105025" y="4219612"/>
            <a:ext cx="1440561" cy="457161"/>
            <a:chOff x="2105025" y="4219612"/>
            <a:chExt cx="1440561" cy="457161"/>
          </a:xfrm>
        </p:grpSpPr>
        <p:sp>
          <p:nvSpPr>
            <p:cNvPr id="25" name="TextBox 24"/>
            <p:cNvSpPr txBox="1"/>
            <p:nvPr/>
          </p:nvSpPr>
          <p:spPr>
            <a:xfrm>
              <a:off x="2105025" y="4219612"/>
              <a:ext cx="165664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Ultrasonic pulsing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105025" y="4372012"/>
              <a:ext cx="165664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measures clearance to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105025" y="4524412"/>
              <a:ext cx="1656645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identify survivable cavities.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819525" y="4219612"/>
            <a:ext cx="1211780" cy="457161"/>
            <a:chOff x="3819525" y="4219612"/>
            <a:chExt cx="1211780" cy="457161"/>
          </a:xfrm>
        </p:grpSpPr>
        <p:sp>
          <p:nvSpPr>
            <p:cNvPr id="29" name="TextBox 28"/>
            <p:cNvSpPr txBox="1"/>
            <p:nvPr/>
          </p:nvSpPr>
          <p:spPr>
            <a:xfrm>
              <a:off x="3819525" y="4219612"/>
              <a:ext cx="13935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Onboard GPS queries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19525" y="4372012"/>
              <a:ext cx="139354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satellites to lock exact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19525" y="4524412"/>
              <a:ext cx="1393547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latitude and longitude.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534025" y="4219612"/>
            <a:ext cx="1407985" cy="457161"/>
            <a:chOff x="5534025" y="4219612"/>
            <a:chExt cx="1407985" cy="457161"/>
          </a:xfrm>
        </p:grpSpPr>
        <p:sp>
          <p:nvSpPr>
            <p:cNvPr id="33" name="TextBox 32"/>
            <p:cNvSpPr txBox="1"/>
            <p:nvPr/>
          </p:nvSpPr>
          <p:spPr>
            <a:xfrm>
              <a:off x="5534025" y="4219612"/>
              <a:ext cx="16191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The node initializes an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534025" y="4372012"/>
              <a:ext cx="16191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independent, local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34025" y="4524412"/>
              <a:ext cx="1619182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emergency Wi-Fi network.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248525" y="4219612"/>
            <a:ext cx="1447800" cy="457161"/>
            <a:chOff x="7248525" y="4219612"/>
            <a:chExt cx="1447800" cy="457161"/>
          </a:xfrm>
        </p:grpSpPr>
        <p:sp>
          <p:nvSpPr>
            <p:cNvPr id="37" name="TextBox 36"/>
            <p:cNvSpPr txBox="1"/>
            <p:nvPr/>
          </p:nvSpPr>
          <p:spPr>
            <a:xfrm>
              <a:off x="7248525" y="4219612"/>
              <a:ext cx="16649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Responders connect via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248525" y="4372012"/>
              <a:ext cx="16649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smartphone to view depth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248525" y="4524412"/>
              <a:ext cx="166497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"/>
                </a:rPr>
                <a:t>and pinpoint coordinates.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8024812" y="496724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7730" y="1629747"/>
            <a:ext cx="1448457" cy="3041856"/>
          </a:xfrm>
          <a:custGeom>
            <a:avLst/>
            <a:gdLst/>
            <a:ahLst/>
            <a:cxnLst/>
            <a:rect l="0" t="0" r="0" b="0"/>
            <a:pathLst>
              <a:path w="1448457" h="3041856">
                <a:moveTo>
                  <a:pt x="0" y="2862529"/>
                </a:moveTo>
                <a:cubicBezTo>
                  <a:pt x="0" y="2910087"/>
                  <a:pt x="20345" y="2955702"/>
                  <a:pt x="56568" y="2989335"/>
                </a:cubicBezTo>
                <a:cubicBezTo>
                  <a:pt x="92783" y="3022958"/>
                  <a:pt x="141903" y="3041856"/>
                  <a:pt x="193128" y="3041856"/>
                </a:cubicBezTo>
                <a:lnTo>
                  <a:pt x="1255328" y="3041856"/>
                </a:lnTo>
                <a:cubicBezTo>
                  <a:pt x="1306553" y="3041856"/>
                  <a:pt x="1355674" y="3022958"/>
                  <a:pt x="1391888" y="2989335"/>
                </a:cubicBezTo>
                <a:cubicBezTo>
                  <a:pt x="1428111" y="2955702"/>
                  <a:pt x="1448457" y="2910087"/>
                  <a:pt x="1448457" y="2862529"/>
                </a:cubicBezTo>
                <a:lnTo>
                  <a:pt x="1448457" y="193128"/>
                </a:lnTo>
                <a:cubicBezTo>
                  <a:pt x="1448457" y="141903"/>
                  <a:pt x="1428111" y="92783"/>
                  <a:pt x="1391888" y="56568"/>
                </a:cubicBezTo>
                <a:cubicBezTo>
                  <a:pt x="1355674" y="20345"/>
                  <a:pt x="1306553" y="0"/>
                  <a:pt x="1255328" y="0"/>
                </a:cubicBezTo>
                <a:lnTo>
                  <a:pt x="193128" y="0"/>
                </a:lnTo>
                <a:cubicBezTo>
                  <a:pt x="141903" y="0"/>
                  <a:pt x="92783" y="20345"/>
                  <a:pt x="56568" y="56568"/>
                </a:cubicBezTo>
                <a:cubicBezTo>
                  <a:pt x="20345" y="92783"/>
                  <a:pt x="0" y="141903"/>
                  <a:pt x="0" y="193128"/>
                </a:cubicBezTo>
                <a:lnTo>
                  <a:pt x="0" y="2862529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7730" y="1629746"/>
            <a:ext cx="1448456" cy="3041857"/>
          </a:xfrm>
          <a:custGeom>
            <a:avLst/>
            <a:gdLst/>
            <a:ahLst/>
            <a:cxnLst/>
            <a:rect l="0" t="0" r="0" b="0"/>
            <a:pathLst>
              <a:path w="1448456" h="3041857">
                <a:moveTo>
                  <a:pt x="1448456" y="289691"/>
                </a:moveTo>
                <a:lnTo>
                  <a:pt x="1448456" y="193127"/>
                </a:lnTo>
                <a:cubicBezTo>
                  <a:pt x="1448456" y="141906"/>
                  <a:pt x="1428109" y="92784"/>
                  <a:pt x="1391891" y="56565"/>
                </a:cubicBezTo>
                <a:cubicBezTo>
                  <a:pt x="1355672" y="20347"/>
                  <a:pt x="1306550" y="0"/>
                  <a:pt x="1255329" y="0"/>
                </a:cubicBezTo>
                <a:lnTo>
                  <a:pt x="193127" y="0"/>
                </a:lnTo>
                <a:cubicBezTo>
                  <a:pt x="141906" y="0"/>
                  <a:pt x="92784" y="20347"/>
                  <a:pt x="56565" y="56565"/>
                </a:cubicBezTo>
                <a:cubicBezTo>
                  <a:pt x="20347" y="92784"/>
                  <a:pt x="0" y="141906"/>
                  <a:pt x="0" y="193127"/>
                </a:cubicBezTo>
                <a:lnTo>
                  <a:pt x="0" y="289691"/>
                </a:lnTo>
                <a:moveTo>
                  <a:pt x="1448456" y="1786528"/>
                </a:moveTo>
                <a:lnTo>
                  <a:pt x="1448456" y="289691"/>
                </a:lnTo>
                <a:moveTo>
                  <a:pt x="0" y="289691"/>
                </a:moveTo>
                <a:lnTo>
                  <a:pt x="0" y="1786528"/>
                </a:lnTo>
                <a:moveTo>
                  <a:pt x="1448456" y="1786528"/>
                </a:moveTo>
                <a:lnTo>
                  <a:pt x="1448456" y="2862525"/>
                </a:lnTo>
                <a:cubicBezTo>
                  <a:pt x="1448456" y="2910086"/>
                  <a:pt x="1428109" y="2955701"/>
                  <a:pt x="1391891" y="2989332"/>
                </a:cubicBezTo>
                <a:cubicBezTo>
                  <a:pt x="1355672" y="3022963"/>
                  <a:pt x="1306550" y="3041857"/>
                  <a:pt x="1255329" y="3041857"/>
                </a:cubicBezTo>
                <a:lnTo>
                  <a:pt x="193127" y="3041857"/>
                </a:lnTo>
                <a:cubicBezTo>
                  <a:pt x="141906" y="3041857"/>
                  <a:pt x="92784" y="3022963"/>
                  <a:pt x="56565" y="2989332"/>
                </a:cubicBezTo>
                <a:cubicBezTo>
                  <a:pt x="20347" y="2955701"/>
                  <a:pt x="0" y="2910086"/>
                  <a:pt x="0" y="2862525"/>
                </a:cubicBezTo>
                <a:lnTo>
                  <a:pt x="0" y="1786528"/>
                </a:lnTo>
              </a:path>
            </a:pathLst>
          </a:custGeom>
          <a:noFill/>
          <a:ln w="12072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02751" y="1629747"/>
            <a:ext cx="1448457" cy="3041856"/>
          </a:xfrm>
          <a:custGeom>
            <a:avLst/>
            <a:gdLst/>
            <a:ahLst/>
            <a:cxnLst/>
            <a:rect l="0" t="0" r="0" b="0"/>
            <a:pathLst>
              <a:path w="1448457" h="3041856">
                <a:moveTo>
                  <a:pt x="0" y="2862529"/>
                </a:moveTo>
                <a:cubicBezTo>
                  <a:pt x="0" y="2910087"/>
                  <a:pt x="20345" y="2955702"/>
                  <a:pt x="56568" y="2989335"/>
                </a:cubicBezTo>
                <a:cubicBezTo>
                  <a:pt x="92783" y="3022958"/>
                  <a:pt x="141903" y="3041856"/>
                  <a:pt x="193128" y="3041856"/>
                </a:cubicBezTo>
                <a:lnTo>
                  <a:pt x="1255328" y="3041856"/>
                </a:lnTo>
                <a:cubicBezTo>
                  <a:pt x="1306553" y="3041856"/>
                  <a:pt x="1355674" y="3022958"/>
                  <a:pt x="1391888" y="2989335"/>
                </a:cubicBezTo>
                <a:cubicBezTo>
                  <a:pt x="1428111" y="2955702"/>
                  <a:pt x="1448457" y="2910087"/>
                  <a:pt x="1448457" y="2862529"/>
                </a:cubicBezTo>
                <a:lnTo>
                  <a:pt x="1448457" y="193128"/>
                </a:lnTo>
                <a:cubicBezTo>
                  <a:pt x="1448457" y="141903"/>
                  <a:pt x="1428111" y="92783"/>
                  <a:pt x="1391888" y="56568"/>
                </a:cubicBezTo>
                <a:cubicBezTo>
                  <a:pt x="1355674" y="20345"/>
                  <a:pt x="1306553" y="0"/>
                  <a:pt x="1255328" y="0"/>
                </a:cubicBezTo>
                <a:lnTo>
                  <a:pt x="193128" y="0"/>
                </a:lnTo>
                <a:cubicBezTo>
                  <a:pt x="141903" y="0"/>
                  <a:pt x="92783" y="20345"/>
                  <a:pt x="56568" y="56568"/>
                </a:cubicBezTo>
                <a:cubicBezTo>
                  <a:pt x="20345" y="92783"/>
                  <a:pt x="0" y="141903"/>
                  <a:pt x="0" y="193128"/>
                </a:cubicBezTo>
                <a:lnTo>
                  <a:pt x="0" y="2862529"/>
                </a:ln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02751" y="1629746"/>
            <a:ext cx="1448456" cy="3041857"/>
          </a:xfrm>
          <a:custGeom>
            <a:avLst/>
            <a:gdLst/>
            <a:ahLst/>
            <a:cxnLst/>
            <a:rect l="0" t="0" r="0" b="0"/>
            <a:pathLst>
              <a:path w="1448456" h="3041857">
                <a:moveTo>
                  <a:pt x="1448456" y="1786528"/>
                </a:moveTo>
                <a:lnTo>
                  <a:pt x="1448456" y="289691"/>
                </a:lnTo>
                <a:moveTo>
                  <a:pt x="0" y="289691"/>
                </a:moveTo>
                <a:lnTo>
                  <a:pt x="0" y="1786528"/>
                </a:lnTo>
                <a:moveTo>
                  <a:pt x="1448456" y="1786528"/>
                </a:moveTo>
                <a:lnTo>
                  <a:pt x="1448456" y="2862525"/>
                </a:lnTo>
                <a:cubicBezTo>
                  <a:pt x="1448456" y="2910086"/>
                  <a:pt x="1428109" y="2955701"/>
                  <a:pt x="1391891" y="2989332"/>
                </a:cubicBezTo>
                <a:cubicBezTo>
                  <a:pt x="1355672" y="3022963"/>
                  <a:pt x="1306550" y="3041857"/>
                  <a:pt x="1255329" y="3041857"/>
                </a:cubicBezTo>
                <a:lnTo>
                  <a:pt x="193127" y="3041857"/>
                </a:lnTo>
                <a:cubicBezTo>
                  <a:pt x="141906" y="3041857"/>
                  <a:pt x="92784" y="3022963"/>
                  <a:pt x="56565" y="2989332"/>
                </a:cubicBezTo>
                <a:cubicBezTo>
                  <a:pt x="20347" y="2955701"/>
                  <a:pt x="0" y="2910086"/>
                  <a:pt x="0" y="2862525"/>
                </a:cubicBezTo>
                <a:lnTo>
                  <a:pt x="0" y="1786528"/>
                </a:lnTo>
                <a:moveTo>
                  <a:pt x="1448456" y="289691"/>
                </a:moveTo>
                <a:lnTo>
                  <a:pt x="1448456" y="193127"/>
                </a:lnTo>
                <a:cubicBezTo>
                  <a:pt x="1448456" y="141906"/>
                  <a:pt x="1428109" y="92784"/>
                  <a:pt x="1391891" y="56565"/>
                </a:cubicBezTo>
                <a:cubicBezTo>
                  <a:pt x="1355672" y="20347"/>
                  <a:pt x="1306550" y="0"/>
                  <a:pt x="1255329" y="0"/>
                </a:cubicBezTo>
                <a:lnTo>
                  <a:pt x="193127" y="0"/>
                </a:lnTo>
                <a:cubicBezTo>
                  <a:pt x="141906" y="0"/>
                  <a:pt x="92784" y="20347"/>
                  <a:pt x="56565" y="56565"/>
                </a:cubicBezTo>
                <a:cubicBezTo>
                  <a:pt x="20347" y="92784"/>
                  <a:pt x="0" y="141906"/>
                  <a:pt x="0" y="193127"/>
                </a:cubicBezTo>
                <a:lnTo>
                  <a:pt x="0" y="289691"/>
                </a:lnTo>
              </a:path>
            </a:pathLst>
          </a:custGeom>
          <a:noFill/>
          <a:ln w="12072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7772" y="1629747"/>
            <a:ext cx="1448457" cy="3041856"/>
          </a:xfrm>
          <a:custGeom>
            <a:avLst/>
            <a:gdLst/>
            <a:ahLst/>
            <a:cxnLst/>
            <a:rect l="0" t="0" r="0" b="0"/>
            <a:pathLst>
              <a:path w="1448457" h="3041856">
                <a:moveTo>
                  <a:pt x="0" y="2862529"/>
                </a:moveTo>
                <a:cubicBezTo>
                  <a:pt x="0" y="2910087"/>
                  <a:pt x="20345" y="2955702"/>
                  <a:pt x="56568" y="2989335"/>
                </a:cubicBezTo>
                <a:cubicBezTo>
                  <a:pt x="92783" y="3022958"/>
                  <a:pt x="141903" y="3041856"/>
                  <a:pt x="193128" y="3041856"/>
                </a:cubicBezTo>
                <a:lnTo>
                  <a:pt x="1255328" y="3041856"/>
                </a:lnTo>
                <a:cubicBezTo>
                  <a:pt x="1306553" y="3041856"/>
                  <a:pt x="1355674" y="3022958"/>
                  <a:pt x="1391888" y="2989335"/>
                </a:cubicBezTo>
                <a:cubicBezTo>
                  <a:pt x="1428111" y="2955702"/>
                  <a:pt x="1448457" y="2910087"/>
                  <a:pt x="1448457" y="2862529"/>
                </a:cubicBezTo>
                <a:lnTo>
                  <a:pt x="1448457" y="193128"/>
                </a:lnTo>
                <a:cubicBezTo>
                  <a:pt x="1448457" y="141903"/>
                  <a:pt x="1428111" y="92783"/>
                  <a:pt x="1391888" y="56568"/>
                </a:cubicBezTo>
                <a:cubicBezTo>
                  <a:pt x="1355674" y="20345"/>
                  <a:pt x="1306553" y="0"/>
                  <a:pt x="1255328" y="0"/>
                </a:cubicBezTo>
                <a:lnTo>
                  <a:pt x="193128" y="0"/>
                </a:lnTo>
                <a:cubicBezTo>
                  <a:pt x="141903" y="0"/>
                  <a:pt x="92783" y="20345"/>
                  <a:pt x="56568" y="56568"/>
                </a:cubicBezTo>
                <a:cubicBezTo>
                  <a:pt x="20345" y="92783"/>
                  <a:pt x="0" y="141903"/>
                  <a:pt x="0" y="193128"/>
                </a:cubicBezTo>
                <a:lnTo>
                  <a:pt x="0" y="2862529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7772" y="1629746"/>
            <a:ext cx="1448456" cy="3041857"/>
          </a:xfrm>
          <a:custGeom>
            <a:avLst/>
            <a:gdLst/>
            <a:ahLst/>
            <a:cxnLst/>
            <a:rect l="0" t="0" r="0" b="0"/>
            <a:pathLst>
              <a:path w="1448456" h="3041857">
                <a:moveTo>
                  <a:pt x="1448456" y="289691"/>
                </a:moveTo>
                <a:lnTo>
                  <a:pt x="1448456" y="193127"/>
                </a:lnTo>
                <a:cubicBezTo>
                  <a:pt x="1448456" y="141906"/>
                  <a:pt x="1428109" y="92784"/>
                  <a:pt x="1391891" y="56565"/>
                </a:cubicBezTo>
                <a:cubicBezTo>
                  <a:pt x="1355672" y="20347"/>
                  <a:pt x="1306550" y="0"/>
                  <a:pt x="1255329" y="0"/>
                </a:cubicBezTo>
                <a:lnTo>
                  <a:pt x="193127" y="0"/>
                </a:lnTo>
                <a:cubicBezTo>
                  <a:pt x="141906" y="0"/>
                  <a:pt x="92784" y="20347"/>
                  <a:pt x="56565" y="56565"/>
                </a:cubicBezTo>
                <a:cubicBezTo>
                  <a:pt x="20347" y="92784"/>
                  <a:pt x="0" y="141906"/>
                  <a:pt x="0" y="193127"/>
                </a:cubicBezTo>
                <a:lnTo>
                  <a:pt x="0" y="289691"/>
                </a:lnTo>
                <a:moveTo>
                  <a:pt x="1448456" y="1786528"/>
                </a:moveTo>
                <a:lnTo>
                  <a:pt x="1448456" y="289691"/>
                </a:lnTo>
                <a:moveTo>
                  <a:pt x="0" y="289691"/>
                </a:moveTo>
                <a:lnTo>
                  <a:pt x="0" y="1786528"/>
                </a:lnTo>
                <a:moveTo>
                  <a:pt x="1448456" y="1786528"/>
                </a:moveTo>
                <a:lnTo>
                  <a:pt x="1448456" y="2862525"/>
                </a:lnTo>
                <a:cubicBezTo>
                  <a:pt x="1448456" y="2910086"/>
                  <a:pt x="1428109" y="2955701"/>
                  <a:pt x="1391891" y="2989332"/>
                </a:cubicBezTo>
                <a:cubicBezTo>
                  <a:pt x="1355672" y="3022963"/>
                  <a:pt x="1306550" y="3041857"/>
                  <a:pt x="1255329" y="3041857"/>
                </a:cubicBezTo>
                <a:lnTo>
                  <a:pt x="193127" y="3041857"/>
                </a:lnTo>
                <a:cubicBezTo>
                  <a:pt x="141906" y="3041857"/>
                  <a:pt x="92784" y="3022963"/>
                  <a:pt x="56565" y="2989332"/>
                </a:cubicBezTo>
                <a:cubicBezTo>
                  <a:pt x="20347" y="2955701"/>
                  <a:pt x="0" y="2910086"/>
                  <a:pt x="0" y="2862525"/>
                </a:cubicBezTo>
                <a:lnTo>
                  <a:pt x="0" y="1786528"/>
                </a:lnTo>
              </a:path>
            </a:pathLst>
          </a:custGeom>
          <a:noFill/>
          <a:ln w="12072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2792" y="1629747"/>
            <a:ext cx="1448457" cy="3041856"/>
          </a:xfrm>
          <a:custGeom>
            <a:avLst/>
            <a:gdLst/>
            <a:ahLst/>
            <a:cxnLst/>
            <a:rect l="0" t="0" r="0" b="0"/>
            <a:pathLst>
              <a:path w="1448457" h="3041856">
                <a:moveTo>
                  <a:pt x="0" y="2862529"/>
                </a:moveTo>
                <a:cubicBezTo>
                  <a:pt x="0" y="2910087"/>
                  <a:pt x="20345" y="2955702"/>
                  <a:pt x="56568" y="2989335"/>
                </a:cubicBezTo>
                <a:cubicBezTo>
                  <a:pt x="92783" y="3022958"/>
                  <a:pt x="141903" y="3041856"/>
                  <a:pt x="193128" y="3041856"/>
                </a:cubicBezTo>
                <a:lnTo>
                  <a:pt x="1255328" y="3041856"/>
                </a:lnTo>
                <a:cubicBezTo>
                  <a:pt x="1306553" y="3041856"/>
                  <a:pt x="1355674" y="3022958"/>
                  <a:pt x="1391888" y="2989335"/>
                </a:cubicBezTo>
                <a:cubicBezTo>
                  <a:pt x="1428111" y="2955702"/>
                  <a:pt x="1448457" y="2910087"/>
                  <a:pt x="1448457" y="2862529"/>
                </a:cubicBezTo>
                <a:lnTo>
                  <a:pt x="1448457" y="193128"/>
                </a:lnTo>
                <a:cubicBezTo>
                  <a:pt x="1448457" y="141903"/>
                  <a:pt x="1428111" y="92783"/>
                  <a:pt x="1391888" y="56568"/>
                </a:cubicBezTo>
                <a:cubicBezTo>
                  <a:pt x="1355674" y="20345"/>
                  <a:pt x="1306553" y="0"/>
                  <a:pt x="1255328" y="0"/>
                </a:cubicBezTo>
                <a:lnTo>
                  <a:pt x="193128" y="0"/>
                </a:lnTo>
                <a:cubicBezTo>
                  <a:pt x="141903" y="0"/>
                  <a:pt x="92783" y="20345"/>
                  <a:pt x="56568" y="56568"/>
                </a:cubicBezTo>
                <a:cubicBezTo>
                  <a:pt x="20345" y="92783"/>
                  <a:pt x="0" y="141903"/>
                  <a:pt x="0" y="193128"/>
                </a:cubicBezTo>
                <a:lnTo>
                  <a:pt x="0" y="2862529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2792" y="1629746"/>
            <a:ext cx="1448456" cy="3041857"/>
          </a:xfrm>
          <a:custGeom>
            <a:avLst/>
            <a:gdLst/>
            <a:ahLst/>
            <a:cxnLst/>
            <a:rect l="0" t="0" r="0" b="0"/>
            <a:pathLst>
              <a:path w="1448456" h="3041857">
                <a:moveTo>
                  <a:pt x="1448456" y="289691"/>
                </a:moveTo>
                <a:lnTo>
                  <a:pt x="1448456" y="193127"/>
                </a:lnTo>
                <a:cubicBezTo>
                  <a:pt x="1448456" y="141906"/>
                  <a:pt x="1428109" y="92784"/>
                  <a:pt x="1391891" y="56565"/>
                </a:cubicBezTo>
                <a:cubicBezTo>
                  <a:pt x="1355672" y="20347"/>
                  <a:pt x="1306550" y="0"/>
                  <a:pt x="1255329" y="0"/>
                </a:cubicBezTo>
                <a:lnTo>
                  <a:pt x="193127" y="0"/>
                </a:lnTo>
                <a:cubicBezTo>
                  <a:pt x="141906" y="0"/>
                  <a:pt x="92784" y="20347"/>
                  <a:pt x="56565" y="56565"/>
                </a:cubicBezTo>
                <a:cubicBezTo>
                  <a:pt x="20347" y="92784"/>
                  <a:pt x="0" y="141906"/>
                  <a:pt x="0" y="193127"/>
                </a:cubicBezTo>
                <a:lnTo>
                  <a:pt x="0" y="289691"/>
                </a:lnTo>
                <a:moveTo>
                  <a:pt x="1448456" y="1786528"/>
                </a:moveTo>
                <a:lnTo>
                  <a:pt x="1448456" y="289691"/>
                </a:lnTo>
                <a:moveTo>
                  <a:pt x="0" y="289691"/>
                </a:moveTo>
                <a:lnTo>
                  <a:pt x="0" y="1786528"/>
                </a:lnTo>
                <a:moveTo>
                  <a:pt x="1448456" y="1786528"/>
                </a:moveTo>
                <a:lnTo>
                  <a:pt x="1448456" y="2862525"/>
                </a:lnTo>
                <a:cubicBezTo>
                  <a:pt x="1448456" y="2910086"/>
                  <a:pt x="1428109" y="2955701"/>
                  <a:pt x="1391891" y="2989332"/>
                </a:cubicBezTo>
                <a:cubicBezTo>
                  <a:pt x="1355672" y="3022963"/>
                  <a:pt x="1306550" y="3041857"/>
                  <a:pt x="1255329" y="3041857"/>
                </a:cubicBezTo>
                <a:lnTo>
                  <a:pt x="193127" y="3041857"/>
                </a:lnTo>
                <a:cubicBezTo>
                  <a:pt x="141906" y="3041857"/>
                  <a:pt x="92784" y="3022963"/>
                  <a:pt x="56565" y="2989332"/>
                </a:cubicBezTo>
                <a:cubicBezTo>
                  <a:pt x="20347" y="2955701"/>
                  <a:pt x="0" y="2910086"/>
                  <a:pt x="0" y="2862525"/>
                </a:cubicBezTo>
                <a:lnTo>
                  <a:pt x="0" y="1786528"/>
                </a:lnTo>
              </a:path>
            </a:pathLst>
          </a:custGeom>
          <a:noFill/>
          <a:ln w="12072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37812" y="1629747"/>
            <a:ext cx="1448457" cy="3041856"/>
          </a:xfrm>
          <a:custGeom>
            <a:avLst/>
            <a:gdLst/>
            <a:ahLst/>
            <a:cxnLst/>
            <a:rect l="0" t="0" r="0" b="0"/>
            <a:pathLst>
              <a:path w="1448457" h="3041856">
                <a:moveTo>
                  <a:pt x="0" y="2862529"/>
                </a:moveTo>
                <a:cubicBezTo>
                  <a:pt x="0" y="2910087"/>
                  <a:pt x="20345" y="2955702"/>
                  <a:pt x="56568" y="2989335"/>
                </a:cubicBezTo>
                <a:cubicBezTo>
                  <a:pt x="92783" y="3022958"/>
                  <a:pt x="141903" y="3041856"/>
                  <a:pt x="193128" y="3041856"/>
                </a:cubicBezTo>
                <a:lnTo>
                  <a:pt x="1255328" y="3041856"/>
                </a:lnTo>
                <a:cubicBezTo>
                  <a:pt x="1306553" y="3041856"/>
                  <a:pt x="1355674" y="3022958"/>
                  <a:pt x="1391888" y="2989335"/>
                </a:cubicBezTo>
                <a:cubicBezTo>
                  <a:pt x="1428111" y="2955702"/>
                  <a:pt x="1448457" y="2910087"/>
                  <a:pt x="1448457" y="2862529"/>
                </a:cubicBezTo>
                <a:lnTo>
                  <a:pt x="1448457" y="193128"/>
                </a:lnTo>
                <a:cubicBezTo>
                  <a:pt x="1448457" y="141903"/>
                  <a:pt x="1428111" y="92783"/>
                  <a:pt x="1391888" y="56568"/>
                </a:cubicBezTo>
                <a:cubicBezTo>
                  <a:pt x="1355674" y="20345"/>
                  <a:pt x="1306553" y="0"/>
                  <a:pt x="1255328" y="0"/>
                </a:cubicBezTo>
                <a:lnTo>
                  <a:pt x="193128" y="0"/>
                </a:lnTo>
                <a:cubicBezTo>
                  <a:pt x="141903" y="0"/>
                  <a:pt x="92783" y="20345"/>
                  <a:pt x="56568" y="56568"/>
                </a:cubicBezTo>
                <a:cubicBezTo>
                  <a:pt x="20345" y="92783"/>
                  <a:pt x="0" y="141903"/>
                  <a:pt x="0" y="193128"/>
                </a:cubicBezTo>
                <a:lnTo>
                  <a:pt x="0" y="2862529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37812" y="1629746"/>
            <a:ext cx="1448456" cy="3041857"/>
          </a:xfrm>
          <a:custGeom>
            <a:avLst/>
            <a:gdLst/>
            <a:ahLst/>
            <a:cxnLst/>
            <a:rect l="0" t="0" r="0" b="0"/>
            <a:pathLst>
              <a:path w="1448456" h="3041857">
                <a:moveTo>
                  <a:pt x="1448456" y="289691"/>
                </a:moveTo>
                <a:lnTo>
                  <a:pt x="1448456" y="193127"/>
                </a:lnTo>
                <a:cubicBezTo>
                  <a:pt x="1448456" y="141906"/>
                  <a:pt x="1428109" y="92784"/>
                  <a:pt x="1391891" y="56565"/>
                </a:cubicBezTo>
                <a:cubicBezTo>
                  <a:pt x="1355672" y="20347"/>
                  <a:pt x="1306550" y="0"/>
                  <a:pt x="1255329" y="0"/>
                </a:cubicBezTo>
                <a:lnTo>
                  <a:pt x="193127" y="0"/>
                </a:lnTo>
                <a:cubicBezTo>
                  <a:pt x="141906" y="0"/>
                  <a:pt x="92784" y="20347"/>
                  <a:pt x="56565" y="56565"/>
                </a:cubicBezTo>
                <a:cubicBezTo>
                  <a:pt x="20347" y="92784"/>
                  <a:pt x="0" y="141906"/>
                  <a:pt x="0" y="193127"/>
                </a:cubicBezTo>
                <a:lnTo>
                  <a:pt x="0" y="289691"/>
                </a:lnTo>
                <a:moveTo>
                  <a:pt x="1448456" y="1786528"/>
                </a:moveTo>
                <a:lnTo>
                  <a:pt x="1448456" y="289691"/>
                </a:lnTo>
                <a:moveTo>
                  <a:pt x="0" y="289691"/>
                </a:moveTo>
                <a:lnTo>
                  <a:pt x="0" y="1786528"/>
                </a:lnTo>
                <a:moveTo>
                  <a:pt x="1448456" y="1786528"/>
                </a:moveTo>
                <a:lnTo>
                  <a:pt x="1448456" y="2862525"/>
                </a:lnTo>
                <a:cubicBezTo>
                  <a:pt x="1448456" y="2910086"/>
                  <a:pt x="1428109" y="2955701"/>
                  <a:pt x="1391891" y="2989332"/>
                </a:cubicBezTo>
                <a:cubicBezTo>
                  <a:pt x="1355672" y="3022963"/>
                  <a:pt x="1306550" y="3041857"/>
                  <a:pt x="1255329" y="3041857"/>
                </a:cubicBezTo>
                <a:lnTo>
                  <a:pt x="193127" y="3041857"/>
                </a:lnTo>
                <a:cubicBezTo>
                  <a:pt x="141906" y="3041857"/>
                  <a:pt x="92784" y="3022963"/>
                  <a:pt x="56565" y="2989332"/>
                </a:cubicBezTo>
                <a:cubicBezTo>
                  <a:pt x="20347" y="2955701"/>
                  <a:pt x="0" y="2910086"/>
                  <a:pt x="0" y="2862525"/>
                </a:cubicBezTo>
                <a:lnTo>
                  <a:pt x="0" y="1786528"/>
                </a:lnTo>
              </a:path>
            </a:pathLst>
          </a:custGeom>
          <a:noFill/>
          <a:ln w="12072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8038" y="3126583"/>
            <a:ext cx="8207922" cy="1158771"/>
          </a:xfrm>
          <a:custGeom>
            <a:avLst/>
            <a:gdLst/>
            <a:ahLst/>
            <a:cxnLst/>
            <a:rect l="0" t="0" r="0" b="0"/>
            <a:pathLst>
              <a:path w="8207922" h="1158771">
                <a:moveTo>
                  <a:pt x="8055029" y="1038060"/>
                </a:moveTo>
                <a:lnTo>
                  <a:pt x="8111358" y="1102436"/>
                </a:lnTo>
                <a:lnTo>
                  <a:pt x="8167687" y="1038060"/>
                </a:lnTo>
                <a:moveTo>
                  <a:pt x="8167687" y="1038060"/>
                </a:moveTo>
                <a:lnTo>
                  <a:pt x="8111358" y="1102436"/>
                </a:lnTo>
                <a:lnTo>
                  <a:pt x="8055029" y="1038060"/>
                </a:lnTo>
                <a:moveTo>
                  <a:pt x="7877996" y="861027"/>
                </a:moveTo>
                <a:lnTo>
                  <a:pt x="7821667" y="796651"/>
                </a:lnTo>
                <a:lnTo>
                  <a:pt x="7765338" y="861027"/>
                </a:lnTo>
                <a:moveTo>
                  <a:pt x="7765338" y="861027"/>
                </a:moveTo>
                <a:lnTo>
                  <a:pt x="7821667" y="796651"/>
                </a:lnTo>
                <a:lnTo>
                  <a:pt x="7877996" y="861027"/>
                </a:lnTo>
                <a:moveTo>
                  <a:pt x="7877996" y="957590"/>
                </a:moveTo>
                <a:lnTo>
                  <a:pt x="7821667" y="893215"/>
                </a:lnTo>
                <a:lnTo>
                  <a:pt x="7765338" y="957590"/>
                </a:lnTo>
                <a:moveTo>
                  <a:pt x="7765338" y="957590"/>
                </a:moveTo>
                <a:lnTo>
                  <a:pt x="7821667" y="893215"/>
                </a:lnTo>
                <a:lnTo>
                  <a:pt x="7877996" y="957590"/>
                </a:lnTo>
                <a:moveTo>
                  <a:pt x="7877996" y="1054154"/>
                </a:moveTo>
                <a:lnTo>
                  <a:pt x="7821667" y="989778"/>
                </a:lnTo>
                <a:lnTo>
                  <a:pt x="7765338" y="1054154"/>
                </a:lnTo>
                <a:moveTo>
                  <a:pt x="7765338" y="1054154"/>
                </a:moveTo>
                <a:lnTo>
                  <a:pt x="7821667" y="989778"/>
                </a:lnTo>
                <a:lnTo>
                  <a:pt x="7877996" y="1054154"/>
                </a:lnTo>
                <a:moveTo>
                  <a:pt x="7660727" y="677802"/>
                </a:moveTo>
                <a:lnTo>
                  <a:pt x="7531975" y="573835"/>
                </a:lnTo>
                <a:lnTo>
                  <a:pt x="7403224" y="677802"/>
                </a:lnTo>
                <a:moveTo>
                  <a:pt x="7403224" y="677802"/>
                </a:moveTo>
                <a:lnTo>
                  <a:pt x="7531975" y="573835"/>
                </a:lnTo>
                <a:lnTo>
                  <a:pt x="7660727" y="677802"/>
                </a:lnTo>
                <a:moveTo>
                  <a:pt x="7660727" y="833823"/>
                </a:moveTo>
                <a:lnTo>
                  <a:pt x="7531975" y="729776"/>
                </a:lnTo>
                <a:lnTo>
                  <a:pt x="7403224" y="833823"/>
                </a:lnTo>
                <a:moveTo>
                  <a:pt x="7403224" y="833823"/>
                </a:moveTo>
                <a:lnTo>
                  <a:pt x="7531975" y="729776"/>
                </a:lnTo>
                <a:lnTo>
                  <a:pt x="7660727" y="833823"/>
                </a:lnTo>
                <a:moveTo>
                  <a:pt x="7660727" y="989779"/>
                </a:moveTo>
                <a:lnTo>
                  <a:pt x="7531975" y="885812"/>
                </a:lnTo>
                <a:lnTo>
                  <a:pt x="7403224" y="989779"/>
                </a:lnTo>
                <a:moveTo>
                  <a:pt x="7403224" y="989779"/>
                </a:moveTo>
                <a:lnTo>
                  <a:pt x="7531975" y="885812"/>
                </a:lnTo>
                <a:lnTo>
                  <a:pt x="7660727" y="989779"/>
                </a:lnTo>
                <a:moveTo>
                  <a:pt x="1287517" y="677802"/>
                </a:moveTo>
                <a:lnTo>
                  <a:pt x="1158765" y="573835"/>
                </a:lnTo>
                <a:lnTo>
                  <a:pt x="1030013" y="677802"/>
                </a:lnTo>
                <a:moveTo>
                  <a:pt x="1030013" y="677802"/>
                </a:moveTo>
                <a:lnTo>
                  <a:pt x="1158765" y="573835"/>
                </a:lnTo>
                <a:lnTo>
                  <a:pt x="1287517" y="677802"/>
                </a:lnTo>
                <a:moveTo>
                  <a:pt x="1287517" y="833823"/>
                </a:moveTo>
                <a:lnTo>
                  <a:pt x="1158765" y="729776"/>
                </a:lnTo>
                <a:lnTo>
                  <a:pt x="1030013" y="833823"/>
                </a:lnTo>
                <a:moveTo>
                  <a:pt x="1030013" y="833823"/>
                </a:moveTo>
                <a:lnTo>
                  <a:pt x="1158765" y="729776"/>
                </a:lnTo>
                <a:lnTo>
                  <a:pt x="1287517" y="833823"/>
                </a:lnTo>
                <a:moveTo>
                  <a:pt x="1287517" y="989779"/>
                </a:moveTo>
                <a:lnTo>
                  <a:pt x="1158765" y="885812"/>
                </a:lnTo>
                <a:lnTo>
                  <a:pt x="1030013" y="989779"/>
                </a:lnTo>
                <a:moveTo>
                  <a:pt x="1030013" y="989779"/>
                </a:moveTo>
                <a:lnTo>
                  <a:pt x="1158765" y="885812"/>
                </a:lnTo>
                <a:lnTo>
                  <a:pt x="1287517" y="989779"/>
                </a:lnTo>
                <a:moveTo>
                  <a:pt x="804698" y="677802"/>
                </a:moveTo>
                <a:lnTo>
                  <a:pt x="675946" y="573835"/>
                </a:lnTo>
                <a:lnTo>
                  <a:pt x="547194" y="677802"/>
                </a:lnTo>
                <a:moveTo>
                  <a:pt x="547194" y="677802"/>
                </a:moveTo>
                <a:lnTo>
                  <a:pt x="675946" y="573835"/>
                </a:lnTo>
                <a:lnTo>
                  <a:pt x="804698" y="677802"/>
                </a:lnTo>
                <a:moveTo>
                  <a:pt x="804698" y="833823"/>
                </a:moveTo>
                <a:lnTo>
                  <a:pt x="675946" y="729776"/>
                </a:lnTo>
                <a:lnTo>
                  <a:pt x="547194" y="833823"/>
                </a:lnTo>
                <a:moveTo>
                  <a:pt x="547194" y="833823"/>
                </a:moveTo>
                <a:lnTo>
                  <a:pt x="675946" y="729776"/>
                </a:lnTo>
                <a:lnTo>
                  <a:pt x="804698" y="833823"/>
                </a:lnTo>
                <a:moveTo>
                  <a:pt x="804698" y="989779"/>
                </a:moveTo>
                <a:lnTo>
                  <a:pt x="675946" y="885812"/>
                </a:lnTo>
                <a:lnTo>
                  <a:pt x="547194" y="989779"/>
                </a:lnTo>
                <a:moveTo>
                  <a:pt x="547194" y="989779"/>
                </a:moveTo>
                <a:lnTo>
                  <a:pt x="675946" y="885812"/>
                </a:lnTo>
                <a:lnTo>
                  <a:pt x="804698" y="989779"/>
                </a:lnTo>
                <a:moveTo>
                  <a:pt x="458678" y="883969"/>
                </a:moveTo>
                <a:lnTo>
                  <a:pt x="385128" y="824501"/>
                </a:lnTo>
                <a:lnTo>
                  <a:pt x="311498" y="883969"/>
                </a:lnTo>
                <a:moveTo>
                  <a:pt x="311498" y="883969"/>
                </a:moveTo>
                <a:lnTo>
                  <a:pt x="385128" y="824501"/>
                </a:lnTo>
                <a:lnTo>
                  <a:pt x="458678" y="883969"/>
                </a:lnTo>
                <a:moveTo>
                  <a:pt x="458678" y="973033"/>
                </a:moveTo>
                <a:lnTo>
                  <a:pt x="385128" y="913647"/>
                </a:lnTo>
                <a:lnTo>
                  <a:pt x="311498" y="973033"/>
                </a:lnTo>
                <a:moveTo>
                  <a:pt x="311498" y="973033"/>
                </a:moveTo>
                <a:lnTo>
                  <a:pt x="385128" y="913647"/>
                </a:lnTo>
                <a:lnTo>
                  <a:pt x="458678" y="973033"/>
                </a:lnTo>
                <a:moveTo>
                  <a:pt x="458678" y="1062194"/>
                </a:moveTo>
                <a:lnTo>
                  <a:pt x="385128" y="1002807"/>
                </a:lnTo>
                <a:lnTo>
                  <a:pt x="311498" y="1062194"/>
                </a:lnTo>
                <a:moveTo>
                  <a:pt x="311498" y="1062194"/>
                </a:moveTo>
                <a:lnTo>
                  <a:pt x="385128" y="1002807"/>
                </a:lnTo>
                <a:lnTo>
                  <a:pt x="458678" y="1062194"/>
                </a:lnTo>
                <a:moveTo>
                  <a:pt x="7282519" y="1038060"/>
                </a:moveTo>
                <a:lnTo>
                  <a:pt x="7338848" y="1102436"/>
                </a:lnTo>
                <a:lnTo>
                  <a:pt x="7395177" y="1038060"/>
                </a:lnTo>
                <a:moveTo>
                  <a:pt x="7395177" y="1038060"/>
                </a:moveTo>
                <a:lnTo>
                  <a:pt x="7338848" y="1102436"/>
                </a:lnTo>
                <a:lnTo>
                  <a:pt x="7282519" y="1038060"/>
                </a:lnTo>
                <a:moveTo>
                  <a:pt x="2550893" y="1038060"/>
                </a:moveTo>
                <a:lnTo>
                  <a:pt x="2607222" y="1102436"/>
                </a:lnTo>
                <a:lnTo>
                  <a:pt x="2663551" y="1038060"/>
                </a:lnTo>
                <a:moveTo>
                  <a:pt x="2663551" y="1038060"/>
                </a:moveTo>
                <a:lnTo>
                  <a:pt x="2607222" y="1102436"/>
                </a:lnTo>
                <a:lnTo>
                  <a:pt x="2550893" y="1038060"/>
                </a:lnTo>
                <a:moveTo>
                  <a:pt x="2357765" y="1038060"/>
                </a:moveTo>
                <a:lnTo>
                  <a:pt x="2414094" y="1102436"/>
                </a:lnTo>
                <a:lnTo>
                  <a:pt x="2470423" y="1038060"/>
                </a:lnTo>
                <a:moveTo>
                  <a:pt x="2470423" y="1038060"/>
                </a:moveTo>
                <a:lnTo>
                  <a:pt x="2414094" y="1102436"/>
                </a:lnTo>
                <a:lnTo>
                  <a:pt x="2357765" y="1038060"/>
                </a:lnTo>
                <a:moveTo>
                  <a:pt x="2164638" y="1038060"/>
                </a:moveTo>
                <a:lnTo>
                  <a:pt x="2220967" y="1102436"/>
                </a:lnTo>
                <a:lnTo>
                  <a:pt x="2277296" y="1038060"/>
                </a:lnTo>
                <a:moveTo>
                  <a:pt x="2277296" y="1038060"/>
                </a:moveTo>
                <a:lnTo>
                  <a:pt x="2220967" y="1102436"/>
                </a:lnTo>
                <a:lnTo>
                  <a:pt x="2164638" y="1038060"/>
                </a:lnTo>
                <a:moveTo>
                  <a:pt x="812745" y="1038060"/>
                </a:moveTo>
                <a:lnTo>
                  <a:pt x="869074" y="1102436"/>
                </a:lnTo>
                <a:lnTo>
                  <a:pt x="925403" y="1038060"/>
                </a:lnTo>
                <a:moveTo>
                  <a:pt x="925403" y="1038060"/>
                </a:moveTo>
                <a:lnTo>
                  <a:pt x="869074" y="1102436"/>
                </a:lnTo>
                <a:lnTo>
                  <a:pt x="812745" y="1038060"/>
                </a:lnTo>
                <a:moveTo>
                  <a:pt x="40234" y="1038060"/>
                </a:moveTo>
                <a:lnTo>
                  <a:pt x="96563" y="1102436"/>
                </a:lnTo>
                <a:lnTo>
                  <a:pt x="152892" y="1038060"/>
                </a:lnTo>
                <a:moveTo>
                  <a:pt x="152892" y="1038060"/>
                </a:moveTo>
                <a:lnTo>
                  <a:pt x="96563" y="1102436"/>
                </a:lnTo>
                <a:lnTo>
                  <a:pt x="40234" y="1038060"/>
                </a:lnTo>
                <a:moveTo>
                  <a:pt x="2309485" y="1005872"/>
                </a:moveTo>
                <a:lnTo>
                  <a:pt x="2146615" y="910435"/>
                </a:lnTo>
                <a:cubicBezTo>
                  <a:pt x="2094372" y="879848"/>
                  <a:pt x="2047483" y="840924"/>
                  <a:pt x="2007804" y="795202"/>
                </a:cubicBezTo>
                <a:lnTo>
                  <a:pt x="1840829" y="602638"/>
                </a:lnTo>
                <a:cubicBezTo>
                  <a:pt x="1831205" y="591512"/>
                  <a:pt x="1817927" y="584184"/>
                  <a:pt x="1803384" y="581971"/>
                </a:cubicBezTo>
                <a:cubicBezTo>
                  <a:pt x="1788840" y="579759"/>
                  <a:pt x="1773983" y="582807"/>
                  <a:pt x="1761486" y="590568"/>
                </a:cubicBezTo>
                <a:lnTo>
                  <a:pt x="1693247" y="632895"/>
                </a:lnTo>
                <a:cubicBezTo>
                  <a:pt x="1679864" y="641185"/>
                  <a:pt x="1664865" y="646522"/>
                  <a:pt x="1649253" y="648548"/>
                </a:cubicBezTo>
                <a:cubicBezTo>
                  <a:pt x="1633640" y="650575"/>
                  <a:pt x="1617775" y="649243"/>
                  <a:pt x="1602719" y="644643"/>
                </a:cubicBezTo>
                <a:cubicBezTo>
                  <a:pt x="1586764" y="639757"/>
                  <a:pt x="1569909" y="638551"/>
                  <a:pt x="1553420" y="641115"/>
                </a:cubicBezTo>
                <a:cubicBezTo>
                  <a:pt x="1536932" y="643680"/>
                  <a:pt x="1521241" y="649949"/>
                  <a:pt x="1507523" y="659450"/>
                </a:cubicBezTo>
                <a:lnTo>
                  <a:pt x="1416994" y="721976"/>
                </a:lnTo>
                <a:cubicBezTo>
                  <a:pt x="1400128" y="733632"/>
                  <a:pt x="1381048" y="741704"/>
                  <a:pt x="1360937" y="745690"/>
                </a:cubicBezTo>
                <a:cubicBezTo>
                  <a:pt x="1340826" y="749676"/>
                  <a:pt x="1320109" y="749493"/>
                  <a:pt x="1300072" y="745151"/>
                </a:cubicBezTo>
                <a:lnTo>
                  <a:pt x="1283414" y="741448"/>
                </a:lnTo>
                <a:moveTo>
                  <a:pt x="1784979" y="746919"/>
                </a:moveTo>
                <a:lnTo>
                  <a:pt x="1845493" y="711673"/>
                </a:lnTo>
                <a:cubicBezTo>
                  <a:pt x="1853089" y="707233"/>
                  <a:pt x="1861572" y="704526"/>
                  <a:pt x="1870337" y="703748"/>
                </a:cubicBezTo>
                <a:cubicBezTo>
                  <a:pt x="1879101" y="702969"/>
                  <a:pt x="1887929" y="704136"/>
                  <a:pt x="1896189" y="707167"/>
                </a:cubicBezTo>
                <a:cubicBezTo>
                  <a:pt x="1919140" y="715222"/>
                  <a:pt x="1940818" y="726521"/>
                  <a:pt x="1960565" y="740723"/>
                </a:cubicBezTo>
                <a:moveTo>
                  <a:pt x="1886372" y="651805"/>
                </a:moveTo>
                <a:lnTo>
                  <a:pt x="1910513" y="655587"/>
                </a:lnTo>
                <a:moveTo>
                  <a:pt x="6228364" y="643758"/>
                </a:moveTo>
                <a:lnTo>
                  <a:pt x="6204223" y="647701"/>
                </a:lnTo>
                <a:moveTo>
                  <a:pt x="1882993" y="579382"/>
                </a:moveTo>
                <a:lnTo>
                  <a:pt x="1882993" y="651161"/>
                </a:lnTo>
                <a:lnTo>
                  <a:pt x="1886372" y="651805"/>
                </a:lnTo>
                <a:moveTo>
                  <a:pt x="1933125" y="1080234"/>
                </a:moveTo>
                <a:lnTo>
                  <a:pt x="1844608" y="953816"/>
                </a:lnTo>
                <a:cubicBezTo>
                  <a:pt x="1840333" y="947734"/>
                  <a:pt x="1833928" y="943483"/>
                  <a:pt x="1826663" y="941906"/>
                </a:cubicBezTo>
                <a:cubicBezTo>
                  <a:pt x="1806774" y="937713"/>
                  <a:pt x="1787282" y="931817"/>
                  <a:pt x="1768403" y="924283"/>
                </a:cubicBezTo>
                <a:cubicBezTo>
                  <a:pt x="1762545" y="921827"/>
                  <a:pt x="1756050" y="921330"/>
                  <a:pt x="1749886" y="922868"/>
                </a:cubicBezTo>
                <a:cubicBezTo>
                  <a:pt x="1743723" y="924405"/>
                  <a:pt x="1738222" y="927893"/>
                  <a:pt x="1734203" y="932813"/>
                </a:cubicBezTo>
                <a:lnTo>
                  <a:pt x="1680369" y="999121"/>
                </a:lnTo>
                <a:moveTo>
                  <a:pt x="1534077" y="990174"/>
                </a:moveTo>
                <a:lnTo>
                  <a:pt x="1607224" y="925798"/>
                </a:lnTo>
                <a:cubicBezTo>
                  <a:pt x="1613921" y="919869"/>
                  <a:pt x="1622290" y="916160"/>
                  <a:pt x="1631181" y="915180"/>
                </a:cubicBezTo>
                <a:cubicBezTo>
                  <a:pt x="1640071" y="914200"/>
                  <a:pt x="1649047" y="915998"/>
                  <a:pt x="1656874" y="920326"/>
                </a:cubicBezTo>
                <a:lnTo>
                  <a:pt x="1717307" y="953480"/>
                </a:lnTo>
                <a:moveTo>
                  <a:pt x="6429056" y="1158771"/>
                </a:moveTo>
                <a:lnTo>
                  <a:pt x="6348586" y="1008535"/>
                </a:lnTo>
                <a:cubicBezTo>
                  <a:pt x="6333875" y="980938"/>
                  <a:pt x="6310449" y="958983"/>
                  <a:pt x="6281957" y="946090"/>
                </a:cubicBezTo>
                <a:lnTo>
                  <a:pt x="6227157" y="921224"/>
                </a:lnTo>
                <a:cubicBezTo>
                  <a:pt x="6199797" y="908892"/>
                  <a:pt x="6176799" y="888585"/>
                  <a:pt x="6161172" y="862964"/>
                </a:cubicBezTo>
                <a:lnTo>
                  <a:pt x="6112890" y="784185"/>
                </a:lnTo>
                <a:cubicBezTo>
                  <a:pt x="6110764" y="780690"/>
                  <a:pt x="6107856" y="777736"/>
                  <a:pt x="6104396" y="775554"/>
                </a:cubicBezTo>
                <a:cubicBezTo>
                  <a:pt x="6100936" y="773372"/>
                  <a:pt x="6097017" y="772021"/>
                  <a:pt x="6092948" y="771608"/>
                </a:cubicBezTo>
                <a:cubicBezTo>
                  <a:pt x="6088878" y="771195"/>
                  <a:pt x="6084768" y="771730"/>
                  <a:pt x="6080941" y="773172"/>
                </a:cubicBezTo>
                <a:cubicBezTo>
                  <a:pt x="6077112" y="774614"/>
                  <a:pt x="6073670" y="776924"/>
                  <a:pt x="6070885" y="779919"/>
                </a:cubicBezTo>
                <a:lnTo>
                  <a:pt x="6024374" y="829973"/>
                </a:lnTo>
                <a:cubicBezTo>
                  <a:pt x="5999042" y="857254"/>
                  <a:pt x="5975674" y="886296"/>
                  <a:pt x="5954445" y="916879"/>
                </a:cubicBezTo>
                <a:cubicBezTo>
                  <a:pt x="5930868" y="950911"/>
                  <a:pt x="5910016" y="986751"/>
                  <a:pt x="5892081" y="1024066"/>
                </a:cubicBezTo>
                <a:lnTo>
                  <a:pt x="5874297" y="1062208"/>
                </a:lnTo>
                <a:moveTo>
                  <a:pt x="6240034" y="1031710"/>
                </a:moveTo>
                <a:cubicBezTo>
                  <a:pt x="6240034" y="1031710"/>
                  <a:pt x="6287350" y="985360"/>
                  <a:pt x="6324527" y="975381"/>
                </a:cubicBezTo>
                <a:moveTo>
                  <a:pt x="6649381" y="858052"/>
                </a:moveTo>
                <a:lnTo>
                  <a:pt x="6748197" y="774765"/>
                </a:lnTo>
                <a:cubicBezTo>
                  <a:pt x="6759658" y="765086"/>
                  <a:pt x="6773756" y="759062"/>
                  <a:pt x="6788672" y="757470"/>
                </a:cubicBezTo>
                <a:cubicBezTo>
                  <a:pt x="6803589" y="755877"/>
                  <a:pt x="6818641" y="758790"/>
                  <a:pt x="6831887" y="765833"/>
                </a:cubicBezTo>
                <a:lnTo>
                  <a:pt x="6892802" y="798021"/>
                </a:lnTo>
                <a:cubicBezTo>
                  <a:pt x="6919481" y="812267"/>
                  <a:pt x="6950082" y="817409"/>
                  <a:pt x="6979951" y="812667"/>
                </a:cubicBezTo>
                <a:lnTo>
                  <a:pt x="6999022" y="809689"/>
                </a:lnTo>
                <a:cubicBezTo>
                  <a:pt x="7040606" y="803257"/>
                  <a:pt x="7080892" y="790216"/>
                  <a:pt x="7118359" y="771064"/>
                </a:cubicBezTo>
                <a:lnTo>
                  <a:pt x="7247835" y="704596"/>
                </a:lnTo>
                <a:cubicBezTo>
                  <a:pt x="7253622" y="701609"/>
                  <a:pt x="7260209" y="700537"/>
                  <a:pt x="7266644" y="701535"/>
                </a:cubicBezTo>
                <a:cubicBezTo>
                  <a:pt x="7273081" y="702532"/>
                  <a:pt x="7279033" y="705548"/>
                  <a:pt x="7283644" y="710148"/>
                </a:cubicBezTo>
                <a:lnTo>
                  <a:pt x="7321224" y="747727"/>
                </a:lnTo>
                <a:moveTo>
                  <a:pt x="6119569" y="794231"/>
                </a:moveTo>
                <a:lnTo>
                  <a:pt x="6228364" y="645523"/>
                </a:lnTo>
                <a:lnTo>
                  <a:pt x="6332975" y="502126"/>
                </a:lnTo>
                <a:cubicBezTo>
                  <a:pt x="6342073" y="489691"/>
                  <a:pt x="6354334" y="479916"/>
                  <a:pt x="6368484" y="473818"/>
                </a:cubicBezTo>
                <a:cubicBezTo>
                  <a:pt x="6382634" y="467719"/>
                  <a:pt x="6398157" y="465518"/>
                  <a:pt x="6413445" y="467443"/>
                </a:cubicBezTo>
                <a:lnTo>
                  <a:pt x="6518056" y="480560"/>
                </a:lnTo>
                <a:cubicBezTo>
                  <a:pt x="6532060" y="482310"/>
                  <a:pt x="6546278" y="480968"/>
                  <a:pt x="6559707" y="476631"/>
                </a:cubicBezTo>
                <a:cubicBezTo>
                  <a:pt x="6573138" y="472293"/>
                  <a:pt x="6585454" y="465064"/>
                  <a:pt x="6595789" y="455453"/>
                </a:cubicBezTo>
                <a:lnTo>
                  <a:pt x="6644071" y="410631"/>
                </a:lnTo>
                <a:cubicBezTo>
                  <a:pt x="6674748" y="382045"/>
                  <a:pt x="6708991" y="357541"/>
                  <a:pt x="6745946" y="337726"/>
                </a:cubicBezTo>
                <a:lnTo>
                  <a:pt x="6750774" y="335151"/>
                </a:lnTo>
                <a:cubicBezTo>
                  <a:pt x="6764067" y="328043"/>
                  <a:pt x="6778894" y="324284"/>
                  <a:pt x="6793967" y="324200"/>
                </a:cubicBezTo>
                <a:cubicBezTo>
                  <a:pt x="6809041" y="324116"/>
                  <a:pt x="6823908" y="327709"/>
                  <a:pt x="6837279" y="334668"/>
                </a:cubicBezTo>
                <a:lnTo>
                  <a:pt x="6866651" y="349957"/>
                </a:lnTo>
                <a:cubicBezTo>
                  <a:pt x="6881562" y="357695"/>
                  <a:pt x="6898295" y="361237"/>
                  <a:pt x="6915062" y="360202"/>
                </a:cubicBezTo>
                <a:cubicBezTo>
                  <a:pt x="6931829" y="359167"/>
                  <a:pt x="6948001" y="353595"/>
                  <a:pt x="6961847" y="344083"/>
                </a:cubicBezTo>
                <a:lnTo>
                  <a:pt x="7061388" y="275683"/>
                </a:lnTo>
                <a:cubicBezTo>
                  <a:pt x="7078363" y="264005"/>
                  <a:pt x="7098481" y="257748"/>
                  <a:pt x="7119085" y="257739"/>
                </a:cubicBezTo>
                <a:lnTo>
                  <a:pt x="7241480" y="257739"/>
                </a:lnTo>
                <a:cubicBezTo>
                  <a:pt x="7264935" y="257763"/>
                  <a:pt x="7287667" y="265861"/>
                  <a:pt x="7305855" y="280673"/>
                </a:cubicBezTo>
                <a:lnTo>
                  <a:pt x="7435411" y="386249"/>
                </a:lnTo>
                <a:moveTo>
                  <a:pt x="7305935" y="280685"/>
                </a:moveTo>
                <a:lnTo>
                  <a:pt x="7223373" y="346188"/>
                </a:lnTo>
                <a:cubicBezTo>
                  <a:pt x="7202464" y="362739"/>
                  <a:pt x="7186031" y="384261"/>
                  <a:pt x="7175574" y="408793"/>
                </a:cubicBezTo>
                <a:lnTo>
                  <a:pt x="7152640" y="462306"/>
                </a:lnTo>
                <a:moveTo>
                  <a:pt x="6939557" y="678446"/>
                </a:moveTo>
                <a:lnTo>
                  <a:pt x="6872124" y="620347"/>
                </a:lnTo>
                <a:cubicBezTo>
                  <a:pt x="6860045" y="609967"/>
                  <a:pt x="6845490" y="602883"/>
                  <a:pt x="6829869" y="599781"/>
                </a:cubicBezTo>
                <a:cubicBezTo>
                  <a:pt x="6814248" y="596680"/>
                  <a:pt x="6798090" y="597666"/>
                  <a:pt x="6782962" y="602644"/>
                </a:cubicBezTo>
                <a:lnTo>
                  <a:pt x="6716334" y="624451"/>
                </a:lnTo>
                <a:cubicBezTo>
                  <a:pt x="6698872" y="630168"/>
                  <a:pt x="6680103" y="630559"/>
                  <a:pt x="6662420" y="625571"/>
                </a:cubicBezTo>
                <a:cubicBezTo>
                  <a:pt x="6644734" y="620584"/>
                  <a:pt x="6628936" y="610446"/>
                  <a:pt x="6617033" y="596447"/>
                </a:cubicBezTo>
                <a:lnTo>
                  <a:pt x="6518539" y="480571"/>
                </a:lnTo>
                <a:moveTo>
                  <a:pt x="0" y="1158765"/>
                </a:moveTo>
                <a:lnTo>
                  <a:pt x="8207922" y="1158765"/>
                </a:lnTo>
                <a:moveTo>
                  <a:pt x="8111358" y="1158765"/>
                </a:moveTo>
                <a:lnTo>
                  <a:pt x="8111358" y="1013919"/>
                </a:lnTo>
                <a:moveTo>
                  <a:pt x="7821667" y="740322"/>
                </a:moveTo>
                <a:lnTo>
                  <a:pt x="7821667" y="1158765"/>
                </a:lnTo>
                <a:moveTo>
                  <a:pt x="7531975" y="482818"/>
                </a:moveTo>
                <a:lnTo>
                  <a:pt x="7531975" y="1158765"/>
                </a:lnTo>
                <a:moveTo>
                  <a:pt x="1158765" y="482818"/>
                </a:moveTo>
                <a:lnTo>
                  <a:pt x="1158765" y="1158765"/>
                </a:lnTo>
                <a:moveTo>
                  <a:pt x="675946" y="482818"/>
                </a:moveTo>
                <a:lnTo>
                  <a:pt x="675946" y="1158765"/>
                </a:lnTo>
                <a:moveTo>
                  <a:pt x="385127" y="772510"/>
                </a:moveTo>
                <a:lnTo>
                  <a:pt x="385127" y="1158765"/>
                </a:lnTo>
                <a:moveTo>
                  <a:pt x="7338848" y="1158765"/>
                </a:moveTo>
                <a:lnTo>
                  <a:pt x="7338848" y="1013919"/>
                </a:lnTo>
                <a:moveTo>
                  <a:pt x="2607222" y="1158765"/>
                </a:moveTo>
                <a:lnTo>
                  <a:pt x="2607222" y="1013919"/>
                </a:lnTo>
                <a:moveTo>
                  <a:pt x="2414094" y="1158765"/>
                </a:moveTo>
                <a:lnTo>
                  <a:pt x="2414094" y="1013919"/>
                </a:lnTo>
                <a:moveTo>
                  <a:pt x="2220967" y="1158765"/>
                </a:moveTo>
                <a:lnTo>
                  <a:pt x="2220967" y="1013919"/>
                </a:lnTo>
                <a:moveTo>
                  <a:pt x="869074" y="1158765"/>
                </a:moveTo>
                <a:lnTo>
                  <a:pt x="869074" y="1013919"/>
                </a:lnTo>
                <a:moveTo>
                  <a:pt x="96563" y="1158765"/>
                </a:moveTo>
                <a:lnTo>
                  <a:pt x="96563" y="1013919"/>
                </a:lnTo>
                <a:moveTo>
                  <a:pt x="6228364" y="645609"/>
                </a:moveTo>
                <a:lnTo>
                  <a:pt x="6228364" y="579382"/>
                </a:lnTo>
                <a:moveTo>
                  <a:pt x="6904713" y="144604"/>
                </a:moveTo>
                <a:lnTo>
                  <a:pt x="6759465" y="144604"/>
                </a:lnTo>
                <a:lnTo>
                  <a:pt x="6759465" y="48281"/>
                </a:lnTo>
                <a:lnTo>
                  <a:pt x="6904713" y="48281"/>
                </a:lnTo>
                <a:lnTo>
                  <a:pt x="6880572" y="96483"/>
                </a:lnTo>
                <a:close/>
                <a:moveTo>
                  <a:pt x="6759465" y="0"/>
                </a:moveTo>
                <a:lnTo>
                  <a:pt x="6759465" y="331133"/>
                </a:lnTo>
                <a:moveTo>
                  <a:pt x="2293390" y="410396"/>
                </a:moveTo>
                <a:cubicBezTo>
                  <a:pt x="2311167" y="410396"/>
                  <a:pt x="2325577" y="395984"/>
                  <a:pt x="2325577" y="378208"/>
                </a:cubicBezTo>
                <a:cubicBezTo>
                  <a:pt x="2325577" y="360431"/>
                  <a:pt x="2311167" y="346020"/>
                  <a:pt x="2293390" y="346020"/>
                </a:cubicBezTo>
                <a:cubicBezTo>
                  <a:pt x="2275613" y="346020"/>
                  <a:pt x="2261202" y="360431"/>
                  <a:pt x="2261202" y="378208"/>
                </a:cubicBezTo>
                <a:cubicBezTo>
                  <a:pt x="2261202" y="395984"/>
                  <a:pt x="2275613" y="410396"/>
                  <a:pt x="2293390" y="410396"/>
                </a:cubicBezTo>
                <a:close/>
                <a:moveTo>
                  <a:pt x="2276813" y="437429"/>
                </a:moveTo>
                <a:lnTo>
                  <a:pt x="2276813" y="492792"/>
                </a:lnTo>
                <a:cubicBezTo>
                  <a:pt x="2276797" y="494113"/>
                  <a:pt x="2277163" y="495411"/>
                  <a:pt x="2277868" y="496529"/>
                </a:cubicBezTo>
                <a:cubicBezTo>
                  <a:pt x="2278574" y="497647"/>
                  <a:pt x="2279588" y="498536"/>
                  <a:pt x="2280789" y="499089"/>
                </a:cubicBezTo>
                <a:cubicBezTo>
                  <a:pt x="2281989" y="499642"/>
                  <a:pt x="2283323" y="499836"/>
                  <a:pt x="2284632" y="499646"/>
                </a:cubicBezTo>
                <a:cubicBezTo>
                  <a:pt x="2285940" y="499457"/>
                  <a:pt x="2287165" y="498893"/>
                  <a:pt x="2288159" y="498022"/>
                </a:cubicBezTo>
                <a:lnTo>
                  <a:pt x="2327669" y="464386"/>
                </a:lnTo>
                <a:moveTo>
                  <a:pt x="2249293" y="524751"/>
                </a:moveTo>
                <a:lnTo>
                  <a:pt x="2249293" y="545753"/>
                </a:lnTo>
                <a:cubicBezTo>
                  <a:pt x="2249271" y="548516"/>
                  <a:pt x="2250011" y="551232"/>
                  <a:pt x="2251430" y="553602"/>
                </a:cubicBezTo>
                <a:cubicBezTo>
                  <a:pt x="2252850" y="555972"/>
                  <a:pt x="2254894" y="557906"/>
                  <a:pt x="2257340" y="559192"/>
                </a:cubicBezTo>
                <a:cubicBezTo>
                  <a:pt x="2277377" y="569492"/>
                  <a:pt x="2328073" y="604496"/>
                  <a:pt x="2337810" y="698404"/>
                </a:cubicBezTo>
                <a:moveTo>
                  <a:pt x="2244382" y="430990"/>
                </a:moveTo>
                <a:cubicBezTo>
                  <a:pt x="2226918" y="459203"/>
                  <a:pt x="2216844" y="491362"/>
                  <a:pt x="2215092" y="524496"/>
                </a:cubicBezTo>
                <a:cubicBezTo>
                  <a:pt x="2215005" y="526798"/>
                  <a:pt x="2214380" y="529048"/>
                  <a:pt x="2213267" y="531063"/>
                </a:cubicBezTo>
                <a:cubicBezTo>
                  <a:pt x="2212154" y="533080"/>
                  <a:pt x="2210584" y="534807"/>
                  <a:pt x="2208682" y="536106"/>
                </a:cubicBezTo>
                <a:cubicBezTo>
                  <a:pt x="2206781" y="537404"/>
                  <a:pt x="2204601" y="538240"/>
                  <a:pt x="2202318" y="538543"/>
                </a:cubicBezTo>
                <a:cubicBezTo>
                  <a:pt x="2200035" y="538847"/>
                  <a:pt x="2197712" y="538611"/>
                  <a:pt x="2195537" y="537855"/>
                </a:cubicBezTo>
                <a:cubicBezTo>
                  <a:pt x="2187446" y="535138"/>
                  <a:pt x="2179919" y="530964"/>
                  <a:pt x="2173328" y="525542"/>
                </a:cubicBezTo>
                <a:cubicBezTo>
                  <a:pt x="2167814" y="520757"/>
                  <a:pt x="2163968" y="514339"/>
                  <a:pt x="2162348" y="507221"/>
                </a:cubicBezTo>
                <a:cubicBezTo>
                  <a:pt x="2160727" y="500102"/>
                  <a:pt x="2161416" y="492652"/>
                  <a:pt x="2164315" y="485951"/>
                </a:cubicBezTo>
                <a:cubicBezTo>
                  <a:pt x="2173649" y="464063"/>
                  <a:pt x="2191675" y="428093"/>
                  <a:pt x="2216701" y="407332"/>
                </a:cubicBezTo>
                <a:cubicBezTo>
                  <a:pt x="2218616" y="405757"/>
                  <a:pt x="2221020" y="404895"/>
                  <a:pt x="2223501" y="404895"/>
                </a:cubicBezTo>
                <a:cubicBezTo>
                  <a:pt x="2225981" y="404895"/>
                  <a:pt x="2228384" y="405757"/>
                  <a:pt x="2230300" y="407332"/>
                </a:cubicBezTo>
                <a:lnTo>
                  <a:pt x="2242210" y="417391"/>
                </a:lnTo>
                <a:cubicBezTo>
                  <a:pt x="2244143" y="419020"/>
                  <a:pt x="2245425" y="421290"/>
                  <a:pt x="2245824" y="423787"/>
                </a:cubicBezTo>
                <a:cubicBezTo>
                  <a:pt x="2246223" y="426283"/>
                  <a:pt x="2245711" y="428840"/>
                  <a:pt x="2244382" y="430990"/>
                </a:cubicBezTo>
                <a:close/>
                <a:moveTo>
                  <a:pt x="2190711" y="681657"/>
                </a:moveTo>
                <a:lnTo>
                  <a:pt x="2249293" y="594911"/>
                </a:lnTo>
              </a:path>
            </a:pathLst>
          </a:custGeom>
          <a:noFill/>
          <a:ln w="12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0799" y="3778623"/>
            <a:ext cx="4224665" cy="202552"/>
          </a:xfrm>
          <a:custGeom>
            <a:avLst/>
            <a:gdLst/>
            <a:ahLst/>
            <a:cxnLst/>
            <a:rect l="0" t="0" r="0" b="0"/>
            <a:pathLst>
              <a:path w="4224665" h="202552">
                <a:moveTo>
                  <a:pt x="0" y="11621"/>
                </a:moveTo>
                <a:cubicBezTo>
                  <a:pt x="472962" y="56531"/>
                  <a:pt x="2294852" y="202552"/>
                  <a:pt x="4224665" y="0"/>
                </a:cubicBezTo>
              </a:path>
            </a:pathLst>
          </a:custGeom>
          <a:noFill/>
          <a:ln w="12072">
            <a:solidFill>
              <a:srgbClr val="FFFFF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5" y="371475"/>
            <a:ext cx="564841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Funnel Display"/>
              </a:rPr>
              <a:t>System Architecture Map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305550" y="171450"/>
            <a:ext cx="2229231" cy="914400"/>
            <a:chOff x="6305550" y="171450"/>
            <a:chExt cx="2229231" cy="914400"/>
          </a:xfrm>
        </p:grpSpPr>
        <p:sp>
          <p:nvSpPr>
            <p:cNvPr id="15" name="TextBox 14"/>
            <p:cNvSpPr txBox="1"/>
            <p:nvPr/>
          </p:nvSpPr>
          <p:spPr>
            <a:xfrm>
              <a:off x="6305550" y="171450"/>
              <a:ext cx="2563615" cy="2285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Robust edge computing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05550" y="400049"/>
              <a:ext cx="25636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and sensory arrays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05550" y="628650"/>
              <a:ext cx="25636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designed for extreme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05550" y="857250"/>
              <a:ext cx="25636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disaster environments.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38510" y="2016000"/>
            <a:ext cx="1086897" cy="386295"/>
            <a:chOff x="938510" y="2016000"/>
            <a:chExt cx="1086897" cy="386295"/>
          </a:xfrm>
        </p:grpSpPr>
        <p:sp>
          <p:nvSpPr>
            <p:cNvPr id="20" name="TextBox 19"/>
            <p:cNvSpPr txBox="1"/>
            <p:nvPr/>
          </p:nvSpPr>
          <p:spPr>
            <a:xfrm>
              <a:off x="856993" y="2016000"/>
              <a:ext cx="1249931" cy="193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Unconnected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56993" y="2209167"/>
              <a:ext cx="1249931" cy="193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Device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596592" y="2016000"/>
            <a:ext cx="860774" cy="386295"/>
            <a:chOff x="2596592" y="2016000"/>
            <a:chExt cx="860774" cy="386295"/>
          </a:xfrm>
        </p:grpSpPr>
        <p:sp>
          <p:nvSpPr>
            <p:cNvPr id="23" name="TextBox 22"/>
            <p:cNvSpPr txBox="1"/>
            <p:nvPr/>
          </p:nvSpPr>
          <p:spPr>
            <a:xfrm>
              <a:off x="2532034" y="2016000"/>
              <a:ext cx="989890" cy="193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Edge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32034" y="2209167"/>
              <a:ext cx="989890" cy="193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Processing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939311" y="2015999"/>
            <a:ext cx="1265387" cy="1931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unnel Display"/>
              </a:rPr>
              <a:t>Sensory Input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761167" y="2016000"/>
            <a:ext cx="711708" cy="386295"/>
            <a:chOff x="5761167" y="2016000"/>
            <a:chExt cx="711708" cy="386295"/>
          </a:xfrm>
        </p:grpSpPr>
        <p:sp>
          <p:nvSpPr>
            <p:cNvPr id="27" name="TextBox 26"/>
            <p:cNvSpPr txBox="1"/>
            <p:nvPr/>
          </p:nvSpPr>
          <p:spPr>
            <a:xfrm>
              <a:off x="5707789" y="2016000"/>
              <a:ext cx="818464" cy="193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Location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07789" y="2209167"/>
              <a:ext cx="818464" cy="193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Tracking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217034" y="2016000"/>
            <a:ext cx="890016" cy="386295"/>
            <a:chOff x="7217034" y="2016000"/>
            <a:chExt cx="890016" cy="386295"/>
          </a:xfrm>
        </p:grpSpPr>
        <p:sp>
          <p:nvSpPr>
            <p:cNvPr id="30" name="TextBox 29"/>
            <p:cNvSpPr txBox="1"/>
            <p:nvPr/>
          </p:nvSpPr>
          <p:spPr>
            <a:xfrm>
              <a:off x="7150283" y="2016000"/>
              <a:ext cx="1023518" cy="193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Connected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150283" y="2209167"/>
              <a:ext cx="1023518" cy="193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Device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008644" y="2305696"/>
            <a:ext cx="1126712" cy="289720"/>
            <a:chOff x="4008644" y="2305696"/>
            <a:chExt cx="1126712" cy="289720"/>
          </a:xfrm>
        </p:grpSpPr>
        <p:sp>
          <p:nvSpPr>
            <p:cNvPr id="33" name="TextBox 32"/>
            <p:cNvSpPr txBox="1"/>
            <p:nvPr/>
          </p:nvSpPr>
          <p:spPr>
            <a:xfrm>
              <a:off x="3924141" y="2305696"/>
              <a:ext cx="1295718" cy="14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Ultrasonic array for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924141" y="2450571"/>
              <a:ext cx="1295718" cy="144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void clearance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09077" y="2498862"/>
            <a:ext cx="1145762" cy="289721"/>
            <a:chOff x="909077" y="2498862"/>
            <a:chExt cx="1145762" cy="289721"/>
          </a:xfrm>
        </p:grpSpPr>
        <p:sp>
          <p:nvSpPr>
            <p:cNvPr id="36" name="TextBox 35"/>
            <p:cNvSpPr txBox="1"/>
            <p:nvPr/>
          </p:nvSpPr>
          <p:spPr>
            <a:xfrm>
              <a:off x="823145" y="2498862"/>
              <a:ext cx="1317626" cy="14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Limited processing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23145" y="2643738"/>
              <a:ext cx="1317626" cy="144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and communication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456289" y="2498862"/>
            <a:ext cx="1141380" cy="434597"/>
            <a:chOff x="2456289" y="2498862"/>
            <a:chExt cx="1141380" cy="434597"/>
          </a:xfrm>
        </p:grpSpPr>
        <p:sp>
          <p:nvSpPr>
            <p:cNvPr id="39" name="TextBox 38"/>
            <p:cNvSpPr txBox="1"/>
            <p:nvPr/>
          </p:nvSpPr>
          <p:spPr>
            <a:xfrm>
              <a:off x="2370686" y="2498862"/>
              <a:ext cx="1312587" cy="14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ESP32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370686" y="2643738"/>
              <a:ext cx="1312587" cy="14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microcontroller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370686" y="2788613"/>
              <a:ext cx="1312587" cy="14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onboard processing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553760" y="2498862"/>
            <a:ext cx="1126531" cy="289721"/>
            <a:chOff x="5553760" y="2498862"/>
            <a:chExt cx="1126531" cy="289721"/>
          </a:xfrm>
        </p:grpSpPr>
        <p:sp>
          <p:nvSpPr>
            <p:cNvPr id="43" name="TextBox 42"/>
            <p:cNvSpPr txBox="1"/>
            <p:nvPr/>
          </p:nvSpPr>
          <p:spPr>
            <a:xfrm>
              <a:off x="5469271" y="2498862"/>
              <a:ext cx="1295510" cy="14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Active satellite GPS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469271" y="2643738"/>
              <a:ext cx="1295510" cy="144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module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254515" y="2498862"/>
            <a:ext cx="815044" cy="434597"/>
            <a:chOff x="7254515" y="2498862"/>
            <a:chExt cx="815044" cy="434597"/>
          </a:xfrm>
        </p:grpSpPr>
        <p:sp>
          <p:nvSpPr>
            <p:cNvPr id="46" name="TextBox 45"/>
            <p:cNvSpPr txBox="1"/>
            <p:nvPr/>
          </p:nvSpPr>
          <p:spPr>
            <a:xfrm>
              <a:off x="7193387" y="2498862"/>
              <a:ext cx="937300" cy="14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Decentralized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193387" y="2643738"/>
              <a:ext cx="937300" cy="14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emergency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193387" y="2788613"/>
              <a:ext cx="937300" cy="14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Funnel Display"/>
                </a:rPr>
                <a:t>broadcast</a:t>
              </a:r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079902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27373" y="1714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1A15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27373" y="1714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7E56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27373" y="171449"/>
            <a:ext cx="3845151" cy="1028700"/>
          </a:xfrm>
          <a:custGeom>
            <a:avLst/>
            <a:gdLst/>
            <a:ahLst/>
            <a:cxnLst/>
            <a:rect l="0" t="0" r="0" b="0"/>
            <a:pathLst>
              <a:path w="3845151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30851" y="0"/>
                </a:moveTo>
                <a:lnTo>
                  <a:pt x="114300" y="0"/>
                </a:lnTo>
                <a:moveTo>
                  <a:pt x="3845151" y="114300"/>
                </a:moveTo>
                <a:cubicBezTo>
                  <a:pt x="3845151" y="51174"/>
                  <a:pt x="3793977" y="0"/>
                  <a:pt x="3730851" y="0"/>
                </a:cubicBezTo>
                <a:moveTo>
                  <a:pt x="3845151" y="914400"/>
                </a:moveTo>
                <a:lnTo>
                  <a:pt x="3845151" y="114300"/>
                </a:lnTo>
                <a:moveTo>
                  <a:pt x="3730851" y="1028700"/>
                </a:moveTo>
                <a:cubicBezTo>
                  <a:pt x="3793977" y="1028700"/>
                  <a:pt x="3845151" y="977525"/>
                  <a:pt x="3845151" y="914400"/>
                </a:cubicBezTo>
                <a:moveTo>
                  <a:pt x="3730851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27373" y="14287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1A15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27373" y="14287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27373" y="1428749"/>
            <a:ext cx="3845151" cy="1028700"/>
          </a:xfrm>
          <a:custGeom>
            <a:avLst/>
            <a:gdLst/>
            <a:ahLst/>
            <a:cxnLst/>
            <a:rect l="0" t="0" r="0" b="0"/>
            <a:pathLst>
              <a:path w="3845151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30851" y="0"/>
                </a:moveTo>
                <a:lnTo>
                  <a:pt x="114300" y="0"/>
                </a:lnTo>
                <a:moveTo>
                  <a:pt x="3845151" y="114300"/>
                </a:moveTo>
                <a:cubicBezTo>
                  <a:pt x="3845151" y="51174"/>
                  <a:pt x="3793977" y="0"/>
                  <a:pt x="3730851" y="0"/>
                </a:cubicBezTo>
                <a:moveTo>
                  <a:pt x="3845151" y="914400"/>
                </a:moveTo>
                <a:lnTo>
                  <a:pt x="3845151" y="114300"/>
                </a:lnTo>
                <a:moveTo>
                  <a:pt x="3730851" y="1028700"/>
                </a:moveTo>
                <a:cubicBezTo>
                  <a:pt x="3793977" y="1028700"/>
                  <a:pt x="3845151" y="977525"/>
                  <a:pt x="3845151" y="914400"/>
                </a:cubicBezTo>
                <a:moveTo>
                  <a:pt x="3730851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27373" y="26860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1A15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27373" y="26860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7E56F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27373" y="2686049"/>
            <a:ext cx="3845151" cy="1028700"/>
          </a:xfrm>
          <a:custGeom>
            <a:avLst/>
            <a:gdLst/>
            <a:ahLst/>
            <a:cxnLst/>
            <a:rect l="0" t="0" r="0" b="0"/>
            <a:pathLst>
              <a:path w="3845151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30851" y="0"/>
                </a:moveTo>
                <a:lnTo>
                  <a:pt x="114300" y="0"/>
                </a:lnTo>
                <a:moveTo>
                  <a:pt x="3845151" y="114300"/>
                </a:moveTo>
                <a:cubicBezTo>
                  <a:pt x="3845151" y="51174"/>
                  <a:pt x="3793977" y="0"/>
                  <a:pt x="3730851" y="0"/>
                </a:cubicBezTo>
                <a:moveTo>
                  <a:pt x="3845151" y="914400"/>
                </a:moveTo>
                <a:lnTo>
                  <a:pt x="3845151" y="114300"/>
                </a:lnTo>
                <a:moveTo>
                  <a:pt x="3730851" y="1028700"/>
                </a:moveTo>
                <a:cubicBezTo>
                  <a:pt x="3793977" y="1028700"/>
                  <a:pt x="3845151" y="977525"/>
                  <a:pt x="3845151" y="914400"/>
                </a:cubicBezTo>
                <a:moveTo>
                  <a:pt x="3730851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7373" y="39433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1A15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27373" y="3943350"/>
            <a:ext cx="3845147" cy="1028700"/>
          </a:xfrm>
          <a:custGeom>
            <a:avLst/>
            <a:gdLst/>
            <a:ahLst/>
            <a:cxnLst/>
            <a:rect l="0" t="0" r="0" b="0"/>
            <a:pathLst>
              <a:path w="3845147" h="1028700">
                <a:moveTo>
                  <a:pt x="3845147" y="914400"/>
                </a:moveTo>
                <a:cubicBezTo>
                  <a:pt x="3845147" y="977522"/>
                  <a:pt x="3793978" y="1028700"/>
                  <a:pt x="3730847" y="1028700"/>
                </a:cubicBezTo>
                <a:lnTo>
                  <a:pt x="114300" y="1028700"/>
                </a:lnTo>
                <a:cubicBezTo>
                  <a:pt x="51177" y="1028700"/>
                  <a:pt x="0" y="977522"/>
                  <a:pt x="0" y="91440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30847" y="0"/>
                </a:lnTo>
                <a:cubicBezTo>
                  <a:pt x="3793978" y="0"/>
                  <a:pt x="3845147" y="51177"/>
                  <a:pt x="3845147" y="114300"/>
                </a:cubicBezTo>
                <a:lnTo>
                  <a:pt x="3845147" y="91440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27373" y="3943349"/>
            <a:ext cx="3845151" cy="1028700"/>
          </a:xfrm>
          <a:custGeom>
            <a:avLst/>
            <a:gdLst/>
            <a:ahLst/>
            <a:cxnLst/>
            <a:rect l="0" t="0" r="0" b="0"/>
            <a:pathLst>
              <a:path w="3845151" h="10287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30851" y="0"/>
                </a:moveTo>
                <a:lnTo>
                  <a:pt x="114300" y="0"/>
                </a:lnTo>
                <a:moveTo>
                  <a:pt x="3845151" y="114300"/>
                </a:moveTo>
                <a:cubicBezTo>
                  <a:pt x="3845151" y="51174"/>
                  <a:pt x="3793977" y="0"/>
                  <a:pt x="3730851" y="0"/>
                </a:cubicBezTo>
                <a:moveTo>
                  <a:pt x="3845151" y="914400"/>
                </a:moveTo>
                <a:lnTo>
                  <a:pt x="3845151" y="114300"/>
                </a:lnTo>
                <a:moveTo>
                  <a:pt x="3730851" y="1028700"/>
                </a:moveTo>
                <a:cubicBezTo>
                  <a:pt x="3793977" y="1028700"/>
                  <a:pt x="3845151" y="977525"/>
                  <a:pt x="3845151" y="914400"/>
                </a:cubicBezTo>
                <a:moveTo>
                  <a:pt x="3730851" y="1028700"/>
                </a:moveTo>
                <a:lnTo>
                  <a:pt x="114300" y="1028700"/>
                </a:lnTo>
                <a:moveTo>
                  <a:pt x="114300" y="1028700"/>
                </a:moveTo>
                <a:cubicBezTo>
                  <a:pt x="51174" y="1028700"/>
                  <a:pt x="0" y="977525"/>
                  <a:pt x="0" y="914400"/>
                </a:cubicBezTo>
                <a:moveTo>
                  <a:pt x="0" y="9144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6923" y="361950"/>
            <a:ext cx="97456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Unit Cost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90525" y="371475"/>
            <a:ext cx="3680936" cy="800100"/>
            <a:chOff x="390525" y="371475"/>
            <a:chExt cx="3680936" cy="800100"/>
          </a:xfrm>
        </p:grpSpPr>
        <p:sp>
          <p:nvSpPr>
            <p:cNvPr id="16" name="TextBox 15"/>
            <p:cNvSpPr txBox="1"/>
            <p:nvPr/>
          </p:nvSpPr>
          <p:spPr>
            <a:xfrm>
              <a:off x="390525" y="371475"/>
              <a:ext cx="423307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"/>
                </a:rPr>
                <a:t>Traditional Rescue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25" y="771525"/>
              <a:ext cx="423307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"/>
                </a:rPr>
                <a:t>vs. AURA System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136923" y="628650"/>
            <a:ext cx="3071622" cy="381000"/>
            <a:chOff x="5136923" y="628650"/>
            <a:chExt cx="3071622" cy="381000"/>
          </a:xfrm>
        </p:grpSpPr>
        <p:sp>
          <p:nvSpPr>
            <p:cNvPr id="19" name="TextBox 18"/>
            <p:cNvSpPr txBox="1"/>
            <p:nvPr/>
          </p:nvSpPr>
          <p:spPr>
            <a:xfrm>
              <a:off x="5136923" y="628650"/>
              <a:ext cx="353236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Traditional Radar (₹5L-10L) vs. AURA Node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36923" y="819150"/>
              <a:ext cx="353236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(Under ₹800).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136923" y="1619250"/>
            <a:ext cx="180343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Deployment Risk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136923" y="1885950"/>
            <a:ext cx="3180397" cy="381000"/>
            <a:chOff x="5136923" y="1885950"/>
            <a:chExt cx="3180397" cy="381000"/>
          </a:xfrm>
        </p:grpSpPr>
        <p:sp>
          <p:nvSpPr>
            <p:cNvPr id="23" name="TextBox 22"/>
            <p:cNvSpPr txBox="1"/>
            <p:nvPr/>
          </p:nvSpPr>
          <p:spPr>
            <a:xfrm>
              <a:off x="5136923" y="1885950"/>
              <a:ext cx="36574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High equipment loss vs. Sacrificeable drone-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36923" y="2076450"/>
              <a:ext cx="36574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deployable nodes.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136923" y="2876550"/>
            <a:ext cx="2311679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Network Dependency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136923" y="3143250"/>
            <a:ext cx="2492025" cy="381000"/>
            <a:chOff x="5136923" y="3143250"/>
            <a:chExt cx="2492025" cy="381000"/>
          </a:xfrm>
        </p:grpSpPr>
        <p:sp>
          <p:nvSpPr>
            <p:cNvPr id="27" name="TextBox 26"/>
            <p:cNvSpPr txBox="1"/>
            <p:nvPr/>
          </p:nvSpPr>
          <p:spPr>
            <a:xfrm>
              <a:off x="5136923" y="3143250"/>
              <a:ext cx="286582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Requires active backhaul vs. 100%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136923" y="3333750"/>
              <a:ext cx="286582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autonomous offline network.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136923" y="4133850"/>
            <a:ext cx="170846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Search Strategy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90525" y="4371975"/>
            <a:ext cx="3353466" cy="457200"/>
            <a:chOff x="390525" y="4371975"/>
            <a:chExt cx="3353466" cy="457200"/>
          </a:xfrm>
        </p:grpSpPr>
        <p:sp>
          <p:nvSpPr>
            <p:cNvPr id="31" name="TextBox 30"/>
            <p:cNvSpPr txBox="1"/>
            <p:nvPr/>
          </p:nvSpPr>
          <p:spPr>
            <a:xfrm>
              <a:off x="390525" y="4371975"/>
              <a:ext cx="38564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A paradigm shift in cost-efficiency,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90525" y="4600575"/>
              <a:ext cx="38564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deployment risk, and search strategy.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136923" y="4400550"/>
            <a:ext cx="3372431" cy="381000"/>
            <a:chOff x="5136923" y="4400550"/>
            <a:chExt cx="3372431" cy="381000"/>
          </a:xfrm>
        </p:grpSpPr>
        <p:sp>
          <p:nvSpPr>
            <p:cNvPr id="34" name="TextBox 33"/>
            <p:cNvSpPr txBox="1"/>
            <p:nvPr/>
          </p:nvSpPr>
          <p:spPr>
            <a:xfrm>
              <a:off x="5136923" y="4400550"/>
              <a:ext cx="387829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Slow manual surface sweeps vs. Simultaneous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36923" y="4591050"/>
              <a:ext cx="387829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"/>
                </a:rPr>
                <a:t>grid mapping via swarm.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941" y="3959909"/>
            <a:ext cx="1431998" cy="763819"/>
          </a:xfrm>
          <a:custGeom>
            <a:avLst/>
            <a:gdLst/>
            <a:ahLst/>
            <a:cxnLst/>
            <a:rect l="0" t="0" r="0" b="0"/>
            <a:pathLst>
              <a:path w="1431998" h="763819">
                <a:moveTo>
                  <a:pt x="95469" y="95469"/>
                </a:moveTo>
                <a:lnTo>
                  <a:pt x="47729" y="95469"/>
                </a:lnTo>
                <a:cubicBezTo>
                  <a:pt x="21374" y="95469"/>
                  <a:pt x="0" y="74094"/>
                  <a:pt x="0" y="47739"/>
                </a:cubicBezTo>
                <a:cubicBezTo>
                  <a:pt x="0" y="21374"/>
                  <a:pt x="21374" y="0"/>
                  <a:pt x="47729" y="0"/>
                </a:cubicBezTo>
                <a:lnTo>
                  <a:pt x="1431998" y="0"/>
                </a:lnTo>
                <a:lnTo>
                  <a:pt x="1431998" y="763819"/>
                </a:lnTo>
                <a:lnTo>
                  <a:pt x="95469" y="763819"/>
                </a:lnTo>
                <a:lnTo>
                  <a:pt x="95469" y="95469"/>
                </a:lnTo>
              </a:path>
            </a:pathLst>
          </a:custGeom>
          <a:solidFill>
            <a:srgbClr val="7E56FF">
              <a:alpha val="3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6941" y="3959911"/>
            <a:ext cx="1431997" cy="763817"/>
          </a:xfrm>
          <a:custGeom>
            <a:avLst/>
            <a:gdLst/>
            <a:ahLst/>
            <a:cxnLst/>
            <a:rect l="0" t="0" r="0" b="0"/>
            <a:pathLst>
              <a:path w="1431997" h="763817">
                <a:moveTo>
                  <a:pt x="1431997" y="286401"/>
                </a:moveTo>
                <a:lnTo>
                  <a:pt x="1431997" y="1"/>
                </a:lnTo>
                <a:lnTo>
                  <a:pt x="47733" y="0"/>
                </a:lnTo>
                <a:cubicBezTo>
                  <a:pt x="21370" y="0"/>
                  <a:pt x="0" y="21370"/>
                  <a:pt x="0" y="47733"/>
                </a:cubicBezTo>
                <a:cubicBezTo>
                  <a:pt x="0" y="74095"/>
                  <a:pt x="21370" y="95466"/>
                  <a:pt x="47733" y="95466"/>
                </a:cubicBezTo>
                <a:lnTo>
                  <a:pt x="95466" y="95466"/>
                </a:lnTo>
                <a:lnTo>
                  <a:pt x="95466" y="286401"/>
                </a:lnTo>
                <a:moveTo>
                  <a:pt x="1431997" y="286398"/>
                </a:moveTo>
                <a:lnTo>
                  <a:pt x="1431997" y="763817"/>
                </a:lnTo>
                <a:lnTo>
                  <a:pt x="95466" y="763817"/>
                </a:lnTo>
                <a:lnTo>
                  <a:pt x="95466" y="286398"/>
                </a:lnTo>
              </a:path>
            </a:pathLst>
          </a:custGeom>
          <a:noFill/>
          <a:ln w="1192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3472" y="3578044"/>
            <a:ext cx="1431998" cy="1145686"/>
          </a:xfrm>
          <a:custGeom>
            <a:avLst/>
            <a:gdLst/>
            <a:ahLst/>
            <a:cxnLst/>
            <a:rect l="0" t="0" r="0" b="0"/>
            <a:pathLst>
              <a:path w="1431998" h="1145686">
                <a:moveTo>
                  <a:pt x="95469" y="95469"/>
                </a:moveTo>
                <a:lnTo>
                  <a:pt x="47729" y="95469"/>
                </a:lnTo>
                <a:cubicBezTo>
                  <a:pt x="21374" y="95469"/>
                  <a:pt x="0" y="74094"/>
                  <a:pt x="0" y="47729"/>
                </a:cubicBezTo>
                <a:cubicBezTo>
                  <a:pt x="0" y="21374"/>
                  <a:pt x="21374" y="0"/>
                  <a:pt x="47729" y="0"/>
                </a:cubicBezTo>
                <a:lnTo>
                  <a:pt x="1431998" y="0"/>
                </a:lnTo>
                <a:lnTo>
                  <a:pt x="1431998" y="1145686"/>
                </a:lnTo>
                <a:lnTo>
                  <a:pt x="95469" y="1145686"/>
                </a:lnTo>
                <a:lnTo>
                  <a:pt x="95469" y="95469"/>
                </a:ln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3471" y="3578045"/>
            <a:ext cx="1431997" cy="1145683"/>
          </a:xfrm>
          <a:custGeom>
            <a:avLst/>
            <a:gdLst/>
            <a:ahLst/>
            <a:cxnLst/>
            <a:rect l="0" t="0" r="0" b="0"/>
            <a:pathLst>
              <a:path w="1431997" h="1145683">
                <a:moveTo>
                  <a:pt x="1431997" y="668264"/>
                </a:moveTo>
                <a:lnTo>
                  <a:pt x="1431997" y="1145683"/>
                </a:lnTo>
                <a:lnTo>
                  <a:pt x="95466" y="1145683"/>
                </a:lnTo>
                <a:lnTo>
                  <a:pt x="95466" y="668264"/>
                </a:lnTo>
                <a:moveTo>
                  <a:pt x="1431997" y="668267"/>
                </a:moveTo>
                <a:lnTo>
                  <a:pt x="1431997" y="1"/>
                </a:lnTo>
                <a:lnTo>
                  <a:pt x="47733" y="0"/>
                </a:lnTo>
                <a:cubicBezTo>
                  <a:pt x="21370" y="0"/>
                  <a:pt x="0" y="21370"/>
                  <a:pt x="0" y="47733"/>
                </a:cubicBezTo>
                <a:cubicBezTo>
                  <a:pt x="0" y="74095"/>
                  <a:pt x="21370" y="95466"/>
                  <a:pt x="47733" y="95466"/>
                </a:cubicBezTo>
                <a:lnTo>
                  <a:pt x="95466" y="95466"/>
                </a:lnTo>
                <a:lnTo>
                  <a:pt x="95466" y="668267"/>
                </a:lnTo>
              </a:path>
            </a:pathLst>
          </a:custGeom>
          <a:noFill/>
          <a:ln w="1192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40002" y="3196179"/>
            <a:ext cx="1431998" cy="1527552"/>
          </a:xfrm>
          <a:custGeom>
            <a:avLst/>
            <a:gdLst/>
            <a:ahLst/>
            <a:cxnLst/>
            <a:rect l="0" t="0" r="0" b="0"/>
            <a:pathLst>
              <a:path w="1431998" h="1527552">
                <a:moveTo>
                  <a:pt x="95469" y="95469"/>
                </a:moveTo>
                <a:lnTo>
                  <a:pt x="47729" y="95469"/>
                </a:lnTo>
                <a:cubicBezTo>
                  <a:pt x="21374" y="95469"/>
                  <a:pt x="0" y="74094"/>
                  <a:pt x="0" y="47729"/>
                </a:cubicBezTo>
                <a:cubicBezTo>
                  <a:pt x="0" y="21374"/>
                  <a:pt x="21374" y="0"/>
                  <a:pt x="47729" y="0"/>
                </a:cubicBezTo>
                <a:lnTo>
                  <a:pt x="1431998" y="0"/>
                </a:lnTo>
                <a:lnTo>
                  <a:pt x="1431998" y="1527552"/>
                </a:lnTo>
                <a:lnTo>
                  <a:pt x="95469" y="1527552"/>
                </a:lnTo>
                <a:lnTo>
                  <a:pt x="95469" y="95469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40002" y="3196179"/>
            <a:ext cx="1431997" cy="1527549"/>
          </a:xfrm>
          <a:custGeom>
            <a:avLst/>
            <a:gdLst/>
            <a:ahLst/>
            <a:cxnLst/>
            <a:rect l="0" t="0" r="0" b="0"/>
            <a:pathLst>
              <a:path w="1431997" h="1527549">
                <a:moveTo>
                  <a:pt x="1431997" y="1050130"/>
                </a:moveTo>
                <a:lnTo>
                  <a:pt x="1431997" y="1527549"/>
                </a:lnTo>
                <a:lnTo>
                  <a:pt x="95466" y="1527549"/>
                </a:lnTo>
                <a:lnTo>
                  <a:pt x="95466" y="1050130"/>
                </a:lnTo>
                <a:moveTo>
                  <a:pt x="1431997" y="1050132"/>
                </a:moveTo>
                <a:lnTo>
                  <a:pt x="1431997" y="1"/>
                </a:lnTo>
                <a:lnTo>
                  <a:pt x="47733" y="0"/>
                </a:lnTo>
                <a:cubicBezTo>
                  <a:pt x="21370" y="0"/>
                  <a:pt x="0" y="21370"/>
                  <a:pt x="0" y="47733"/>
                </a:cubicBezTo>
                <a:cubicBezTo>
                  <a:pt x="0" y="74095"/>
                  <a:pt x="21370" y="95466"/>
                  <a:pt x="47733" y="95466"/>
                </a:cubicBezTo>
                <a:lnTo>
                  <a:pt x="95466" y="95466"/>
                </a:lnTo>
                <a:lnTo>
                  <a:pt x="95466" y="1050132"/>
                </a:lnTo>
              </a:path>
            </a:pathLst>
          </a:custGeom>
          <a:noFill/>
          <a:ln w="1192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76533" y="2814314"/>
            <a:ext cx="1431998" cy="1909410"/>
          </a:xfrm>
          <a:custGeom>
            <a:avLst/>
            <a:gdLst/>
            <a:ahLst/>
            <a:cxnLst/>
            <a:rect l="0" t="0" r="0" b="0"/>
            <a:pathLst>
              <a:path w="1431998" h="1909410">
                <a:moveTo>
                  <a:pt x="95469" y="95469"/>
                </a:moveTo>
                <a:lnTo>
                  <a:pt x="47729" y="95469"/>
                </a:lnTo>
                <a:cubicBezTo>
                  <a:pt x="21374" y="95469"/>
                  <a:pt x="0" y="74094"/>
                  <a:pt x="0" y="47729"/>
                </a:cubicBezTo>
                <a:cubicBezTo>
                  <a:pt x="0" y="21374"/>
                  <a:pt x="21374" y="0"/>
                  <a:pt x="47729" y="0"/>
                </a:cubicBezTo>
                <a:lnTo>
                  <a:pt x="1431998" y="0"/>
                </a:lnTo>
                <a:lnTo>
                  <a:pt x="1431998" y="1909410"/>
                </a:lnTo>
                <a:lnTo>
                  <a:pt x="95469" y="1909410"/>
                </a:lnTo>
                <a:lnTo>
                  <a:pt x="95469" y="95469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76533" y="2814313"/>
            <a:ext cx="1431997" cy="1909415"/>
          </a:xfrm>
          <a:custGeom>
            <a:avLst/>
            <a:gdLst/>
            <a:ahLst/>
            <a:cxnLst/>
            <a:rect l="0" t="0" r="0" b="0"/>
            <a:pathLst>
              <a:path w="1431997" h="1909415">
                <a:moveTo>
                  <a:pt x="1431997" y="1431998"/>
                </a:moveTo>
                <a:lnTo>
                  <a:pt x="1431997" y="1"/>
                </a:lnTo>
                <a:lnTo>
                  <a:pt x="47733" y="0"/>
                </a:lnTo>
                <a:cubicBezTo>
                  <a:pt x="21370" y="0"/>
                  <a:pt x="0" y="21371"/>
                  <a:pt x="0" y="47733"/>
                </a:cubicBezTo>
                <a:cubicBezTo>
                  <a:pt x="0" y="74095"/>
                  <a:pt x="21370" y="95466"/>
                  <a:pt x="47733" y="95466"/>
                </a:cubicBezTo>
                <a:lnTo>
                  <a:pt x="95466" y="95466"/>
                </a:lnTo>
                <a:lnTo>
                  <a:pt x="95466" y="1431998"/>
                </a:lnTo>
                <a:moveTo>
                  <a:pt x="1431997" y="1431996"/>
                </a:moveTo>
                <a:lnTo>
                  <a:pt x="1431997" y="1909415"/>
                </a:lnTo>
                <a:lnTo>
                  <a:pt x="95466" y="1909415"/>
                </a:lnTo>
                <a:lnTo>
                  <a:pt x="95466" y="1431996"/>
                </a:lnTo>
              </a:path>
            </a:pathLst>
          </a:custGeom>
          <a:noFill/>
          <a:ln w="1192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13063" y="2432446"/>
            <a:ext cx="1431998" cy="2291286"/>
          </a:xfrm>
          <a:custGeom>
            <a:avLst/>
            <a:gdLst/>
            <a:ahLst/>
            <a:cxnLst/>
            <a:rect l="0" t="0" r="0" b="0"/>
            <a:pathLst>
              <a:path w="1431998" h="2291286">
                <a:moveTo>
                  <a:pt x="95469" y="95469"/>
                </a:moveTo>
                <a:lnTo>
                  <a:pt x="47729" y="95469"/>
                </a:lnTo>
                <a:cubicBezTo>
                  <a:pt x="21374" y="95469"/>
                  <a:pt x="0" y="74094"/>
                  <a:pt x="0" y="47729"/>
                </a:cubicBezTo>
                <a:cubicBezTo>
                  <a:pt x="0" y="21374"/>
                  <a:pt x="21374" y="0"/>
                  <a:pt x="47729" y="0"/>
                </a:cubicBezTo>
                <a:lnTo>
                  <a:pt x="1431998" y="0"/>
                </a:lnTo>
                <a:lnTo>
                  <a:pt x="1431998" y="2291286"/>
                </a:lnTo>
                <a:lnTo>
                  <a:pt x="95469" y="2291286"/>
                </a:lnTo>
                <a:lnTo>
                  <a:pt x="95469" y="95469"/>
                </a:lnTo>
              </a:path>
            </a:pathLst>
          </a:custGeom>
          <a:solidFill>
            <a:srgbClr val="7E56FF">
              <a:alpha val="8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13063" y="2432447"/>
            <a:ext cx="1431997" cy="2291281"/>
          </a:xfrm>
          <a:custGeom>
            <a:avLst/>
            <a:gdLst/>
            <a:ahLst/>
            <a:cxnLst/>
            <a:rect l="0" t="0" r="0" b="0"/>
            <a:pathLst>
              <a:path w="1431997" h="2291281">
                <a:moveTo>
                  <a:pt x="1431997" y="1813862"/>
                </a:moveTo>
                <a:lnTo>
                  <a:pt x="1431997" y="2291281"/>
                </a:lnTo>
                <a:lnTo>
                  <a:pt x="95466" y="2291281"/>
                </a:lnTo>
                <a:lnTo>
                  <a:pt x="95466" y="1813862"/>
                </a:lnTo>
                <a:moveTo>
                  <a:pt x="1431997" y="1813864"/>
                </a:moveTo>
                <a:lnTo>
                  <a:pt x="1431997" y="1"/>
                </a:lnTo>
                <a:lnTo>
                  <a:pt x="47733" y="0"/>
                </a:lnTo>
                <a:cubicBezTo>
                  <a:pt x="21370" y="0"/>
                  <a:pt x="0" y="21370"/>
                  <a:pt x="0" y="47733"/>
                </a:cubicBezTo>
                <a:cubicBezTo>
                  <a:pt x="0" y="74095"/>
                  <a:pt x="21370" y="95466"/>
                  <a:pt x="47733" y="95466"/>
                </a:cubicBezTo>
                <a:lnTo>
                  <a:pt x="95466" y="95466"/>
                </a:lnTo>
                <a:lnTo>
                  <a:pt x="95466" y="1813864"/>
                </a:lnTo>
              </a:path>
            </a:pathLst>
          </a:custGeom>
          <a:noFill/>
          <a:ln w="1192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49593" y="2050581"/>
            <a:ext cx="1431998" cy="2673143"/>
          </a:xfrm>
          <a:custGeom>
            <a:avLst/>
            <a:gdLst/>
            <a:ahLst/>
            <a:cxnLst/>
            <a:rect l="0" t="0" r="0" b="0"/>
            <a:pathLst>
              <a:path w="1431998" h="2673143">
                <a:moveTo>
                  <a:pt x="95469" y="95469"/>
                </a:moveTo>
                <a:lnTo>
                  <a:pt x="47729" y="95469"/>
                </a:lnTo>
                <a:cubicBezTo>
                  <a:pt x="21374" y="95469"/>
                  <a:pt x="0" y="74094"/>
                  <a:pt x="0" y="47729"/>
                </a:cubicBezTo>
                <a:cubicBezTo>
                  <a:pt x="0" y="21374"/>
                  <a:pt x="21374" y="0"/>
                  <a:pt x="47729" y="0"/>
                </a:cubicBezTo>
                <a:lnTo>
                  <a:pt x="1431998" y="0"/>
                </a:lnTo>
                <a:lnTo>
                  <a:pt x="1431998" y="2673143"/>
                </a:lnTo>
                <a:lnTo>
                  <a:pt x="95469" y="2673143"/>
                </a:lnTo>
                <a:lnTo>
                  <a:pt x="95469" y="95469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49593" y="2050581"/>
            <a:ext cx="1431997" cy="2673147"/>
          </a:xfrm>
          <a:custGeom>
            <a:avLst/>
            <a:gdLst/>
            <a:ahLst/>
            <a:cxnLst/>
            <a:rect l="0" t="0" r="0" b="0"/>
            <a:pathLst>
              <a:path w="1431997" h="2673147">
                <a:moveTo>
                  <a:pt x="1431997" y="2195728"/>
                </a:moveTo>
                <a:lnTo>
                  <a:pt x="1431997" y="2673147"/>
                </a:lnTo>
                <a:lnTo>
                  <a:pt x="95466" y="2673147"/>
                </a:lnTo>
                <a:lnTo>
                  <a:pt x="95466" y="2195728"/>
                </a:lnTo>
                <a:moveTo>
                  <a:pt x="1431997" y="2195730"/>
                </a:moveTo>
                <a:lnTo>
                  <a:pt x="1431997" y="1"/>
                </a:lnTo>
                <a:lnTo>
                  <a:pt x="47733" y="0"/>
                </a:lnTo>
                <a:cubicBezTo>
                  <a:pt x="21370" y="0"/>
                  <a:pt x="0" y="21370"/>
                  <a:pt x="0" y="47733"/>
                </a:cubicBezTo>
                <a:cubicBezTo>
                  <a:pt x="0" y="74095"/>
                  <a:pt x="21370" y="95466"/>
                  <a:pt x="47733" y="95466"/>
                </a:cubicBezTo>
                <a:lnTo>
                  <a:pt x="95466" y="95466"/>
                </a:lnTo>
                <a:lnTo>
                  <a:pt x="95466" y="2195730"/>
                </a:lnTo>
              </a:path>
            </a:pathLst>
          </a:custGeom>
          <a:noFill/>
          <a:ln w="1192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525" y="371475"/>
            <a:ext cx="5785562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Funnel Display"/>
              </a:rPr>
              <a:t>Technical Implementation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305550" y="285750"/>
            <a:ext cx="2405443" cy="685800"/>
            <a:chOff x="6305550" y="285750"/>
            <a:chExt cx="2405443" cy="685800"/>
          </a:xfrm>
        </p:grpSpPr>
        <p:sp>
          <p:nvSpPr>
            <p:cNvPr id="15" name="TextBox 14"/>
            <p:cNvSpPr txBox="1"/>
            <p:nvPr/>
          </p:nvSpPr>
          <p:spPr>
            <a:xfrm>
              <a:off x="6305550" y="285750"/>
              <a:ext cx="2766259" cy="2285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The AURA node utilizes an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05550" y="514349"/>
              <a:ext cx="2766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ESP32 microcontroller to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05550" y="742950"/>
              <a:ext cx="2766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"/>
                </a:rPr>
                <a:t>run a localized web server.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7730349" y="1581203"/>
            <a:ext cx="365954" cy="365954"/>
          </a:xfrm>
          <a:custGeom>
            <a:avLst/>
            <a:gdLst/>
            <a:ahLst/>
            <a:cxnLst/>
            <a:rect l="0" t="0" r="0" b="0"/>
            <a:pathLst>
              <a:path w="365954" h="365954">
                <a:moveTo>
                  <a:pt x="87510" y="143199"/>
                </a:moveTo>
                <a:lnTo>
                  <a:pt x="15911" y="143199"/>
                </a:lnTo>
                <a:cubicBezTo>
                  <a:pt x="7123" y="143199"/>
                  <a:pt x="0" y="150323"/>
                  <a:pt x="0" y="159110"/>
                </a:cubicBezTo>
                <a:lnTo>
                  <a:pt x="0" y="350043"/>
                </a:lnTo>
                <a:cubicBezTo>
                  <a:pt x="0" y="358831"/>
                  <a:pt x="7123" y="365954"/>
                  <a:pt x="15911" y="365954"/>
                </a:cubicBezTo>
                <a:lnTo>
                  <a:pt x="143199" y="365954"/>
                </a:lnTo>
                <a:cubicBezTo>
                  <a:pt x="151987" y="365954"/>
                  <a:pt x="159110" y="358831"/>
                  <a:pt x="159110" y="350043"/>
                </a:cubicBezTo>
                <a:lnTo>
                  <a:pt x="159110" y="175021"/>
                </a:lnTo>
                <a:moveTo>
                  <a:pt x="205475" y="0"/>
                </a:moveTo>
                <a:cubicBezTo>
                  <a:pt x="193049" y="12422"/>
                  <a:pt x="172905" y="12422"/>
                  <a:pt x="160479" y="0"/>
                </a:cubicBezTo>
                <a:moveTo>
                  <a:pt x="239239" y="33763"/>
                </a:moveTo>
                <a:cubicBezTo>
                  <a:pt x="208168" y="64841"/>
                  <a:pt x="157785" y="64841"/>
                  <a:pt x="126715" y="33763"/>
                </a:cubicBezTo>
                <a:moveTo>
                  <a:pt x="272986" y="67510"/>
                </a:moveTo>
                <a:cubicBezTo>
                  <a:pt x="223276" y="117223"/>
                  <a:pt x="142678" y="117223"/>
                  <a:pt x="92968" y="67510"/>
                </a:cubicBezTo>
                <a:moveTo>
                  <a:pt x="83533" y="286399"/>
                </a:moveTo>
                <a:lnTo>
                  <a:pt x="51711" y="254577"/>
                </a:lnTo>
                <a:lnTo>
                  <a:pt x="83533" y="222755"/>
                </a:lnTo>
                <a:moveTo>
                  <a:pt x="278443" y="143199"/>
                </a:moveTo>
                <a:lnTo>
                  <a:pt x="350043" y="143199"/>
                </a:lnTo>
                <a:cubicBezTo>
                  <a:pt x="358831" y="143199"/>
                  <a:pt x="365954" y="150323"/>
                  <a:pt x="365954" y="159110"/>
                </a:cubicBezTo>
                <a:lnTo>
                  <a:pt x="365954" y="350043"/>
                </a:lnTo>
                <a:cubicBezTo>
                  <a:pt x="365954" y="358831"/>
                  <a:pt x="358831" y="365954"/>
                  <a:pt x="350043" y="365954"/>
                </a:cubicBezTo>
                <a:lnTo>
                  <a:pt x="222755" y="365954"/>
                </a:lnTo>
                <a:cubicBezTo>
                  <a:pt x="213967" y="365954"/>
                  <a:pt x="206844" y="358831"/>
                  <a:pt x="206844" y="350043"/>
                </a:cubicBezTo>
                <a:lnTo>
                  <a:pt x="206844" y="175021"/>
                </a:lnTo>
                <a:moveTo>
                  <a:pt x="282421" y="286399"/>
                </a:moveTo>
                <a:lnTo>
                  <a:pt x="314243" y="254577"/>
                </a:lnTo>
                <a:lnTo>
                  <a:pt x="282421" y="222755"/>
                </a:lnTo>
              </a:path>
            </a:pathLst>
          </a:custGeom>
          <a:noFill/>
          <a:ln w="119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5863" y="1955113"/>
            <a:ext cx="369932" cy="369931"/>
          </a:xfrm>
          <a:custGeom>
            <a:avLst/>
            <a:gdLst/>
            <a:ahLst/>
            <a:cxnLst/>
            <a:rect l="0" t="0" r="0" b="0"/>
            <a:pathLst>
              <a:path w="369932" h="369931">
                <a:moveTo>
                  <a:pt x="239461" y="369931"/>
                </a:moveTo>
                <a:lnTo>
                  <a:pt x="350839" y="369931"/>
                </a:lnTo>
                <a:cubicBezTo>
                  <a:pt x="360385" y="369931"/>
                  <a:pt x="366750" y="363566"/>
                  <a:pt x="366750" y="354019"/>
                </a:cubicBezTo>
                <a:lnTo>
                  <a:pt x="366750" y="338108"/>
                </a:lnTo>
                <a:cubicBezTo>
                  <a:pt x="366750" y="328562"/>
                  <a:pt x="360385" y="322197"/>
                  <a:pt x="350839" y="322197"/>
                </a:cubicBezTo>
                <a:lnTo>
                  <a:pt x="239461" y="322197"/>
                </a:lnTo>
                <a:cubicBezTo>
                  <a:pt x="229915" y="322197"/>
                  <a:pt x="223550" y="328562"/>
                  <a:pt x="223550" y="338108"/>
                </a:cubicBezTo>
                <a:lnTo>
                  <a:pt x="223550" y="354019"/>
                </a:lnTo>
                <a:cubicBezTo>
                  <a:pt x="223550" y="363566"/>
                  <a:pt x="231506" y="369931"/>
                  <a:pt x="239461" y="369931"/>
                </a:cubicBezTo>
                <a:close/>
                <a:moveTo>
                  <a:pt x="295150" y="322196"/>
                </a:moveTo>
                <a:lnTo>
                  <a:pt x="295150" y="247414"/>
                </a:lnTo>
                <a:moveTo>
                  <a:pt x="256963" y="212411"/>
                </a:moveTo>
                <a:cubicBezTo>
                  <a:pt x="277648" y="191726"/>
                  <a:pt x="312652" y="191726"/>
                  <a:pt x="333337" y="212411"/>
                </a:cubicBezTo>
                <a:moveTo>
                  <a:pt x="221959" y="177408"/>
                </a:moveTo>
                <a:cubicBezTo>
                  <a:pt x="263328" y="136038"/>
                  <a:pt x="328563" y="136038"/>
                  <a:pt x="369932" y="177408"/>
                </a:cubicBezTo>
                <a:moveTo>
                  <a:pt x="0" y="0"/>
                </a:moveTo>
                <a:moveTo>
                  <a:pt x="50914" y="281228"/>
                </a:moveTo>
                <a:lnTo>
                  <a:pt x="175020" y="356010"/>
                </a:lnTo>
                <a:moveTo>
                  <a:pt x="29435" y="235482"/>
                </a:moveTo>
                <a:lnTo>
                  <a:pt x="140812" y="235482"/>
                </a:lnTo>
                <a:cubicBezTo>
                  <a:pt x="150359" y="235482"/>
                  <a:pt x="156723" y="229117"/>
                  <a:pt x="156723" y="219571"/>
                </a:cubicBezTo>
                <a:lnTo>
                  <a:pt x="156723" y="203660"/>
                </a:lnTo>
                <a:cubicBezTo>
                  <a:pt x="156723" y="194113"/>
                  <a:pt x="150359" y="187749"/>
                  <a:pt x="140812" y="187749"/>
                </a:cubicBezTo>
                <a:lnTo>
                  <a:pt x="29435" y="187749"/>
                </a:lnTo>
                <a:cubicBezTo>
                  <a:pt x="19888" y="187749"/>
                  <a:pt x="13524" y="194113"/>
                  <a:pt x="13524" y="203660"/>
                </a:cubicBezTo>
                <a:lnTo>
                  <a:pt x="13524" y="219571"/>
                </a:lnTo>
                <a:cubicBezTo>
                  <a:pt x="13524" y="229117"/>
                  <a:pt x="21479" y="235482"/>
                  <a:pt x="29435" y="235482"/>
                </a:cubicBezTo>
                <a:close/>
                <a:moveTo>
                  <a:pt x="85123" y="187750"/>
                </a:moveTo>
                <a:lnTo>
                  <a:pt x="85123" y="111377"/>
                </a:lnTo>
                <a:moveTo>
                  <a:pt x="46936" y="77963"/>
                </a:moveTo>
                <a:cubicBezTo>
                  <a:pt x="67621" y="57278"/>
                  <a:pt x="102625" y="57278"/>
                  <a:pt x="123309" y="77963"/>
                </a:cubicBezTo>
                <a:moveTo>
                  <a:pt x="11933" y="42959"/>
                </a:moveTo>
                <a:cubicBezTo>
                  <a:pt x="53302" y="1591"/>
                  <a:pt x="118537" y="1591"/>
                  <a:pt x="159906" y="42959"/>
                </a:cubicBezTo>
              </a:path>
            </a:pathLst>
          </a:custGeom>
          <a:noFill/>
          <a:ln w="119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9110" y="2344936"/>
            <a:ext cx="302310" cy="365954"/>
          </a:xfrm>
          <a:custGeom>
            <a:avLst/>
            <a:gdLst/>
            <a:ahLst/>
            <a:cxnLst/>
            <a:rect l="0" t="0" r="0" b="0"/>
            <a:pathLst>
              <a:path w="302310" h="365954">
                <a:moveTo>
                  <a:pt x="297648" y="63644"/>
                </a:moveTo>
                <a:cubicBezTo>
                  <a:pt x="300632" y="66627"/>
                  <a:pt x="302309" y="70673"/>
                  <a:pt x="302310" y="74893"/>
                </a:cubicBezTo>
                <a:lnTo>
                  <a:pt x="302310" y="350043"/>
                </a:lnTo>
                <a:cubicBezTo>
                  <a:pt x="302310" y="358831"/>
                  <a:pt x="295186" y="365954"/>
                  <a:pt x="286399" y="365954"/>
                </a:cubicBezTo>
                <a:lnTo>
                  <a:pt x="15911" y="365954"/>
                </a:lnTo>
                <a:cubicBezTo>
                  <a:pt x="7123" y="365954"/>
                  <a:pt x="0" y="358831"/>
                  <a:pt x="0" y="350043"/>
                </a:cubicBezTo>
                <a:lnTo>
                  <a:pt x="0" y="15911"/>
                </a:lnTo>
                <a:cubicBezTo>
                  <a:pt x="0" y="7123"/>
                  <a:pt x="7123" y="0"/>
                  <a:pt x="15911" y="0"/>
                </a:cubicBezTo>
                <a:lnTo>
                  <a:pt x="227417" y="0"/>
                </a:lnTo>
                <a:cubicBezTo>
                  <a:pt x="231652" y="30"/>
                  <a:pt x="235701" y="1748"/>
                  <a:pt x="238666" y="4773"/>
                </a:cubicBezTo>
                <a:close/>
                <a:moveTo>
                  <a:pt x="127288" y="127288"/>
                </a:moveTo>
                <a:lnTo>
                  <a:pt x="117837" y="127288"/>
                </a:lnTo>
                <a:cubicBezTo>
                  <a:pt x="112096" y="126818"/>
                  <a:pt x="106418" y="128764"/>
                  <a:pt x="102172" y="132657"/>
                </a:cubicBezTo>
                <a:cubicBezTo>
                  <a:pt x="97926" y="136550"/>
                  <a:pt x="95496" y="142037"/>
                  <a:pt x="95466" y="147797"/>
                </a:cubicBezTo>
                <a:lnTo>
                  <a:pt x="95466" y="167543"/>
                </a:lnTo>
                <a:cubicBezTo>
                  <a:pt x="95177" y="174838"/>
                  <a:pt x="90896" y="181381"/>
                  <a:pt x="84328" y="184568"/>
                </a:cubicBezTo>
                <a:lnTo>
                  <a:pt x="63644" y="198888"/>
                </a:lnTo>
                <a:lnTo>
                  <a:pt x="84328" y="213208"/>
                </a:lnTo>
                <a:cubicBezTo>
                  <a:pt x="90899" y="216392"/>
                  <a:pt x="95181" y="222937"/>
                  <a:pt x="95466" y="230233"/>
                </a:cubicBezTo>
                <a:lnTo>
                  <a:pt x="95466" y="249963"/>
                </a:lnTo>
                <a:cubicBezTo>
                  <a:pt x="95491" y="255726"/>
                  <a:pt x="97920" y="261217"/>
                  <a:pt x="102166" y="265114"/>
                </a:cubicBezTo>
                <a:cubicBezTo>
                  <a:pt x="106413" y="269010"/>
                  <a:pt x="112093" y="270958"/>
                  <a:pt x="117837" y="270488"/>
                </a:cubicBezTo>
                <a:lnTo>
                  <a:pt x="127288" y="270488"/>
                </a:lnTo>
                <a:moveTo>
                  <a:pt x="175021" y="270488"/>
                </a:moveTo>
                <a:lnTo>
                  <a:pt x="184441" y="270488"/>
                </a:lnTo>
                <a:cubicBezTo>
                  <a:pt x="190190" y="270967"/>
                  <a:pt x="195878" y="269024"/>
                  <a:pt x="200132" y="265126"/>
                </a:cubicBezTo>
                <a:cubicBezTo>
                  <a:pt x="204386" y="261229"/>
                  <a:pt x="206819" y="255732"/>
                  <a:pt x="206844" y="249963"/>
                </a:cubicBezTo>
                <a:lnTo>
                  <a:pt x="206844" y="230233"/>
                </a:lnTo>
                <a:cubicBezTo>
                  <a:pt x="207129" y="222937"/>
                  <a:pt x="211411" y="216392"/>
                  <a:pt x="217981" y="213208"/>
                </a:cubicBezTo>
                <a:lnTo>
                  <a:pt x="238666" y="198888"/>
                </a:lnTo>
                <a:lnTo>
                  <a:pt x="217981" y="184568"/>
                </a:lnTo>
                <a:cubicBezTo>
                  <a:pt x="211413" y="181381"/>
                  <a:pt x="207132" y="174838"/>
                  <a:pt x="206844" y="167543"/>
                </a:cubicBezTo>
                <a:lnTo>
                  <a:pt x="206844" y="147797"/>
                </a:lnTo>
                <a:cubicBezTo>
                  <a:pt x="206815" y="142031"/>
                  <a:pt x="204380" y="136538"/>
                  <a:pt x="200127" y="132644"/>
                </a:cubicBezTo>
                <a:cubicBezTo>
                  <a:pt x="195873" y="128751"/>
                  <a:pt x="190187" y="126809"/>
                  <a:pt x="184441" y="127288"/>
                </a:cubicBezTo>
                <a:lnTo>
                  <a:pt x="175021" y="127288"/>
                </a:lnTo>
              </a:path>
            </a:pathLst>
          </a:custGeom>
          <a:noFill/>
          <a:ln w="119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Group 23"/>
          <p:cNvGrpSpPr/>
          <p:nvPr/>
        </p:nvGrpSpPr>
        <p:grpSpPr>
          <a:xfrm>
            <a:off x="7471366" y="2146044"/>
            <a:ext cx="883920" cy="381903"/>
            <a:chOff x="7471366" y="2146044"/>
            <a:chExt cx="883920" cy="381903"/>
          </a:xfrm>
        </p:grpSpPr>
        <p:sp>
          <p:nvSpPr>
            <p:cNvPr id="22" name="TextBox 21"/>
            <p:cNvSpPr txBox="1"/>
            <p:nvPr/>
          </p:nvSpPr>
          <p:spPr>
            <a:xfrm>
              <a:off x="7405072" y="2146044"/>
              <a:ext cx="1016508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Responder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05072" y="2337020"/>
              <a:ext cx="1016508" cy="190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Access</a:t>
              </a: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3725355" y="2726750"/>
            <a:ext cx="356774" cy="366005"/>
          </a:xfrm>
          <a:custGeom>
            <a:avLst/>
            <a:gdLst/>
            <a:ahLst/>
            <a:cxnLst/>
            <a:rect l="0" t="0" r="0" b="0"/>
            <a:pathLst>
              <a:path w="356774" h="366005">
                <a:moveTo>
                  <a:pt x="178379" y="50"/>
                </a:moveTo>
                <a:cubicBezTo>
                  <a:pt x="212813" y="0"/>
                  <a:pt x="246548" y="9769"/>
                  <a:pt x="275627" y="28213"/>
                </a:cubicBezTo>
                <a:cubicBezTo>
                  <a:pt x="351205" y="76121"/>
                  <a:pt x="356774" y="175072"/>
                  <a:pt x="296550" y="247420"/>
                </a:cubicBezTo>
                <a:cubicBezTo>
                  <a:pt x="260862" y="290472"/>
                  <a:pt x="221306" y="330166"/>
                  <a:pt x="178379" y="366005"/>
                </a:cubicBezTo>
                <a:cubicBezTo>
                  <a:pt x="135451" y="330166"/>
                  <a:pt x="95895" y="290472"/>
                  <a:pt x="60207" y="247420"/>
                </a:cubicBezTo>
                <a:cubicBezTo>
                  <a:pt x="0" y="175072"/>
                  <a:pt x="5552" y="76121"/>
                  <a:pt x="81130" y="28213"/>
                </a:cubicBezTo>
                <a:cubicBezTo>
                  <a:pt x="110209" y="9769"/>
                  <a:pt x="143944" y="0"/>
                  <a:pt x="178379" y="50"/>
                </a:cubicBezTo>
                <a:close/>
                <a:moveTo>
                  <a:pt x="100207" y="222805"/>
                </a:moveTo>
                <a:lnTo>
                  <a:pt x="82912" y="222805"/>
                </a:lnTo>
                <a:lnTo>
                  <a:pt x="82912" y="175072"/>
                </a:lnTo>
                <a:cubicBezTo>
                  <a:pt x="82912" y="157497"/>
                  <a:pt x="97159" y="143250"/>
                  <a:pt x="114734" y="143250"/>
                </a:cubicBezTo>
                <a:lnTo>
                  <a:pt x="146556" y="143250"/>
                </a:lnTo>
                <a:moveTo>
                  <a:pt x="211585" y="222805"/>
                </a:moveTo>
                <a:lnTo>
                  <a:pt x="154305" y="222805"/>
                </a:lnTo>
                <a:cubicBezTo>
                  <a:pt x="149911" y="222805"/>
                  <a:pt x="146350" y="219243"/>
                  <a:pt x="146350" y="214850"/>
                </a:cubicBezTo>
                <a:lnTo>
                  <a:pt x="146556" y="135294"/>
                </a:lnTo>
                <a:cubicBezTo>
                  <a:pt x="146556" y="130901"/>
                  <a:pt x="150118" y="127339"/>
                  <a:pt x="154512" y="127339"/>
                </a:cubicBezTo>
                <a:lnTo>
                  <a:pt x="265890" y="127339"/>
                </a:lnTo>
                <a:cubicBezTo>
                  <a:pt x="270283" y="127339"/>
                  <a:pt x="273845" y="130901"/>
                  <a:pt x="273845" y="135294"/>
                </a:cubicBezTo>
                <a:lnTo>
                  <a:pt x="273845" y="214850"/>
                </a:lnTo>
                <a:cubicBezTo>
                  <a:pt x="273845" y="219243"/>
                  <a:pt x="270283" y="222805"/>
                  <a:pt x="265890" y="222805"/>
                </a:cubicBezTo>
                <a:lnTo>
                  <a:pt x="256550" y="222805"/>
                </a:lnTo>
                <a:moveTo>
                  <a:pt x="98823" y="230808"/>
                </a:moveTo>
                <a:cubicBezTo>
                  <a:pt x="98823" y="243990"/>
                  <a:pt x="109509" y="254675"/>
                  <a:pt x="122690" y="254675"/>
                </a:cubicBezTo>
                <a:cubicBezTo>
                  <a:pt x="135871" y="254675"/>
                  <a:pt x="146556" y="243990"/>
                  <a:pt x="146556" y="230808"/>
                </a:cubicBezTo>
                <a:cubicBezTo>
                  <a:pt x="146556" y="217627"/>
                  <a:pt x="135871" y="206942"/>
                  <a:pt x="122690" y="206942"/>
                </a:cubicBezTo>
                <a:cubicBezTo>
                  <a:pt x="109509" y="206942"/>
                  <a:pt x="98823" y="217627"/>
                  <a:pt x="98823" y="230808"/>
                </a:cubicBezTo>
                <a:close/>
                <a:moveTo>
                  <a:pt x="210201" y="230808"/>
                </a:moveTo>
                <a:cubicBezTo>
                  <a:pt x="210201" y="243990"/>
                  <a:pt x="220886" y="254675"/>
                  <a:pt x="234067" y="254675"/>
                </a:cubicBezTo>
                <a:cubicBezTo>
                  <a:pt x="247249" y="254675"/>
                  <a:pt x="257934" y="243990"/>
                  <a:pt x="257934" y="230808"/>
                </a:cubicBezTo>
                <a:cubicBezTo>
                  <a:pt x="257934" y="217627"/>
                  <a:pt x="247249" y="206942"/>
                  <a:pt x="234067" y="206942"/>
                </a:cubicBezTo>
                <a:cubicBezTo>
                  <a:pt x="220886" y="206942"/>
                  <a:pt x="210201" y="217627"/>
                  <a:pt x="210201" y="230808"/>
                </a:cubicBezTo>
                <a:close/>
                <a:moveTo>
                  <a:pt x="145077" y="222853"/>
                </a:moveTo>
                <a:lnTo>
                  <a:pt x="154353" y="222853"/>
                </a:lnTo>
                <a:moveTo>
                  <a:pt x="219127" y="29024"/>
                </a:moveTo>
                <a:lnTo>
                  <a:pt x="151616" y="96535"/>
                </a:lnTo>
                <a:cubicBezTo>
                  <a:pt x="170260" y="115168"/>
                  <a:pt x="200478" y="115163"/>
                  <a:pt x="219117" y="96525"/>
                </a:cubicBezTo>
                <a:cubicBezTo>
                  <a:pt x="237755" y="77886"/>
                  <a:pt x="237760" y="47668"/>
                  <a:pt x="219127" y="29024"/>
                </a:cubicBezTo>
                <a:close/>
                <a:moveTo>
                  <a:pt x="162865" y="40273"/>
                </a:moveTo>
                <a:lnTo>
                  <a:pt x="185364" y="62772"/>
                </a:lnTo>
                <a:moveTo>
                  <a:pt x="219127" y="96535"/>
                </a:moveTo>
                <a:lnTo>
                  <a:pt x="249978" y="127386"/>
                </a:lnTo>
              </a:path>
            </a:pathLst>
          </a:custGeom>
          <a:noFill/>
          <a:ln w="119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8" name="Group 27"/>
          <p:cNvGrpSpPr/>
          <p:nvPr/>
        </p:nvGrpSpPr>
        <p:grpSpPr>
          <a:xfrm>
            <a:off x="6026584" y="2527909"/>
            <a:ext cx="1100413" cy="381903"/>
            <a:chOff x="6026584" y="2527909"/>
            <a:chExt cx="1100413" cy="381903"/>
          </a:xfrm>
        </p:grpSpPr>
        <p:sp>
          <p:nvSpPr>
            <p:cNvPr id="26" name="TextBox 25"/>
            <p:cNvSpPr txBox="1"/>
            <p:nvPr/>
          </p:nvSpPr>
          <p:spPr>
            <a:xfrm>
              <a:off x="5944054" y="2527909"/>
              <a:ext cx="1265474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Wi-Fi Network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44054" y="2718885"/>
              <a:ext cx="1265474" cy="190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Broadcast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2376271" y="3100713"/>
            <a:ext cx="369931" cy="369932"/>
          </a:xfrm>
          <a:custGeom>
            <a:avLst/>
            <a:gdLst/>
            <a:ahLst/>
            <a:cxnLst/>
            <a:rect l="0" t="0" r="0" b="0"/>
            <a:pathLst>
              <a:path w="369931" h="369932">
                <a:moveTo>
                  <a:pt x="194909" y="256963"/>
                </a:moveTo>
                <a:cubicBezTo>
                  <a:pt x="262572" y="256963"/>
                  <a:pt x="317424" y="202112"/>
                  <a:pt x="317424" y="134448"/>
                </a:cubicBezTo>
                <a:cubicBezTo>
                  <a:pt x="317424" y="66785"/>
                  <a:pt x="262572" y="11933"/>
                  <a:pt x="194909" y="11933"/>
                </a:cubicBezTo>
                <a:cubicBezTo>
                  <a:pt x="127246" y="11933"/>
                  <a:pt x="72394" y="66785"/>
                  <a:pt x="72394" y="134448"/>
                </a:cubicBezTo>
                <a:cubicBezTo>
                  <a:pt x="72394" y="202112"/>
                  <a:pt x="127246" y="256963"/>
                  <a:pt x="194909" y="256963"/>
                </a:cubicBezTo>
                <a:close/>
                <a:moveTo>
                  <a:pt x="0" y="0"/>
                </a:moveTo>
                <a:moveTo>
                  <a:pt x="369931" y="309473"/>
                </a:moveTo>
                <a:lnTo>
                  <a:pt x="280828" y="221962"/>
                </a:lnTo>
                <a:moveTo>
                  <a:pt x="107399" y="338110"/>
                </a:moveTo>
                <a:cubicBezTo>
                  <a:pt x="107399" y="355612"/>
                  <a:pt x="93079" y="369932"/>
                  <a:pt x="75577" y="369932"/>
                </a:cubicBezTo>
                <a:lnTo>
                  <a:pt x="43755" y="369932"/>
                </a:lnTo>
                <a:cubicBezTo>
                  <a:pt x="26253" y="369932"/>
                  <a:pt x="11933" y="355612"/>
                  <a:pt x="11933" y="338110"/>
                </a:cubicBezTo>
                <a:lnTo>
                  <a:pt x="11933" y="306288"/>
                </a:lnTo>
                <a:cubicBezTo>
                  <a:pt x="11933" y="288786"/>
                  <a:pt x="26253" y="274466"/>
                  <a:pt x="43755" y="274466"/>
                </a:cubicBezTo>
                <a:lnTo>
                  <a:pt x="75577" y="274466"/>
                </a:lnTo>
                <a:cubicBezTo>
                  <a:pt x="93079" y="274466"/>
                  <a:pt x="107399" y="288786"/>
                  <a:pt x="107399" y="306288"/>
                </a:cubicBezTo>
                <a:lnTo>
                  <a:pt x="107399" y="338110"/>
                </a:lnTo>
                <a:close/>
                <a:moveTo>
                  <a:pt x="253781" y="306288"/>
                </a:moveTo>
                <a:lnTo>
                  <a:pt x="253781" y="338110"/>
                </a:lnTo>
                <a:cubicBezTo>
                  <a:pt x="253781" y="355612"/>
                  <a:pt x="239461" y="369932"/>
                  <a:pt x="221959" y="369932"/>
                </a:cubicBezTo>
                <a:lnTo>
                  <a:pt x="190137" y="369932"/>
                </a:lnTo>
                <a:cubicBezTo>
                  <a:pt x="172635" y="369932"/>
                  <a:pt x="158314" y="355612"/>
                  <a:pt x="158314" y="338110"/>
                </a:cubicBezTo>
                <a:lnTo>
                  <a:pt x="158314" y="306288"/>
                </a:lnTo>
                <a:moveTo>
                  <a:pt x="43755" y="206042"/>
                </a:moveTo>
                <a:cubicBezTo>
                  <a:pt x="26253" y="206042"/>
                  <a:pt x="11933" y="191722"/>
                  <a:pt x="11933" y="174219"/>
                </a:cubicBezTo>
                <a:lnTo>
                  <a:pt x="11933" y="142397"/>
                </a:lnTo>
                <a:cubicBezTo>
                  <a:pt x="11933" y="132851"/>
                  <a:pt x="16706" y="123304"/>
                  <a:pt x="24662" y="116940"/>
                </a:cubicBezTo>
                <a:moveTo>
                  <a:pt x="253781" y="158318"/>
                </a:moveTo>
                <a:cubicBezTo>
                  <a:pt x="253781" y="175820"/>
                  <a:pt x="239461" y="190140"/>
                  <a:pt x="221959" y="190140"/>
                </a:cubicBezTo>
                <a:lnTo>
                  <a:pt x="166270" y="190140"/>
                </a:lnTo>
                <a:cubicBezTo>
                  <a:pt x="148767" y="190140"/>
                  <a:pt x="134447" y="175820"/>
                  <a:pt x="134447" y="158318"/>
                </a:cubicBezTo>
                <a:lnTo>
                  <a:pt x="134447" y="102629"/>
                </a:lnTo>
                <a:cubicBezTo>
                  <a:pt x="134447" y="85127"/>
                  <a:pt x="148767" y="70807"/>
                  <a:pt x="166270" y="70807"/>
                </a:cubicBezTo>
                <a:lnTo>
                  <a:pt x="221959" y="70807"/>
                </a:lnTo>
                <a:cubicBezTo>
                  <a:pt x="239461" y="70807"/>
                  <a:pt x="253781" y="85127"/>
                  <a:pt x="253781" y="102629"/>
                </a:cubicBezTo>
                <a:lnTo>
                  <a:pt x="253781" y="158318"/>
                </a:lnTo>
                <a:close/>
              </a:path>
            </a:pathLst>
          </a:custGeom>
          <a:noFill/>
          <a:ln w="119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2" name="Group 31"/>
          <p:cNvGrpSpPr/>
          <p:nvPr/>
        </p:nvGrpSpPr>
        <p:grpSpPr>
          <a:xfrm>
            <a:off x="4697482" y="2909776"/>
            <a:ext cx="1085564" cy="381903"/>
            <a:chOff x="4697482" y="2909776"/>
            <a:chExt cx="1085564" cy="381903"/>
          </a:xfrm>
        </p:grpSpPr>
        <p:sp>
          <p:nvSpPr>
            <p:cNvPr id="30" name="TextBox 29"/>
            <p:cNvSpPr txBox="1"/>
            <p:nvPr/>
          </p:nvSpPr>
          <p:spPr>
            <a:xfrm>
              <a:off x="4616065" y="2909776"/>
              <a:ext cx="1248398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JSON Payload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616065" y="3100752"/>
              <a:ext cx="1248398" cy="190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Creation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1051673" y="3494511"/>
            <a:ext cx="357999" cy="382661"/>
          </a:xfrm>
          <a:custGeom>
            <a:avLst/>
            <a:gdLst/>
            <a:ahLst/>
            <a:cxnLst/>
            <a:rect l="0" t="0" r="0" b="0"/>
            <a:pathLst>
              <a:path w="357999" h="382661">
                <a:moveTo>
                  <a:pt x="258555" y="87510"/>
                </a:moveTo>
                <a:cubicBezTo>
                  <a:pt x="258555" y="97057"/>
                  <a:pt x="252190" y="103422"/>
                  <a:pt x="242643" y="103422"/>
                </a:cubicBezTo>
                <a:lnTo>
                  <a:pt x="115355" y="103422"/>
                </a:lnTo>
                <a:cubicBezTo>
                  <a:pt x="105808" y="103422"/>
                  <a:pt x="99444" y="97057"/>
                  <a:pt x="99444" y="87510"/>
                </a:cubicBezTo>
                <a:lnTo>
                  <a:pt x="99444" y="15911"/>
                </a:lnTo>
                <a:cubicBezTo>
                  <a:pt x="99444" y="6364"/>
                  <a:pt x="105808" y="0"/>
                  <a:pt x="115355" y="0"/>
                </a:cubicBezTo>
                <a:lnTo>
                  <a:pt x="242643" y="0"/>
                </a:lnTo>
                <a:cubicBezTo>
                  <a:pt x="252190" y="0"/>
                  <a:pt x="258555" y="6364"/>
                  <a:pt x="258555" y="15911"/>
                </a:cubicBezTo>
                <a:lnTo>
                  <a:pt x="258555" y="87510"/>
                </a:lnTo>
                <a:close/>
                <a:moveTo>
                  <a:pt x="151950" y="47733"/>
                </a:moveTo>
                <a:lnTo>
                  <a:pt x="151950" y="55688"/>
                </a:lnTo>
                <a:moveTo>
                  <a:pt x="207639" y="47733"/>
                </a:moveTo>
                <a:lnTo>
                  <a:pt x="207639" y="55688"/>
                </a:lnTo>
                <a:moveTo>
                  <a:pt x="253180" y="175817"/>
                </a:moveTo>
                <a:cubicBezTo>
                  <a:pt x="212864" y="215595"/>
                  <a:pt x="145134" y="215595"/>
                  <a:pt x="104819" y="175817"/>
                </a:cubicBezTo>
                <a:moveTo>
                  <a:pt x="304783" y="226736"/>
                </a:moveTo>
                <a:cubicBezTo>
                  <a:pt x="235441" y="295153"/>
                  <a:pt x="122557" y="295153"/>
                  <a:pt x="53215" y="226736"/>
                </a:cubicBezTo>
                <a:moveTo>
                  <a:pt x="357999" y="287194"/>
                </a:moveTo>
                <a:cubicBezTo>
                  <a:pt x="258017" y="382661"/>
                  <a:pt x="99981" y="381070"/>
                  <a:pt x="0" y="285603"/>
                </a:cubicBezTo>
              </a:path>
            </a:pathLst>
          </a:custGeom>
          <a:noFill/>
          <a:ln w="119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7" name="Group 36"/>
          <p:cNvGrpSpPr/>
          <p:nvPr/>
        </p:nvGrpSpPr>
        <p:grpSpPr>
          <a:xfrm>
            <a:off x="3453963" y="3291643"/>
            <a:ext cx="899541" cy="572880"/>
            <a:chOff x="3453963" y="3291643"/>
            <a:chExt cx="899541" cy="572880"/>
          </a:xfrm>
        </p:grpSpPr>
        <p:sp>
          <p:nvSpPr>
            <p:cNvPr id="34" name="TextBox 33"/>
            <p:cNvSpPr txBox="1"/>
            <p:nvPr/>
          </p:nvSpPr>
          <p:spPr>
            <a:xfrm>
              <a:off x="3386498" y="3291643"/>
              <a:ext cx="1034472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GPS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386498" y="3482619"/>
              <a:ext cx="1034472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Coordinate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86498" y="3673595"/>
              <a:ext cx="1034472" cy="190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Acquisition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195681" y="3673509"/>
            <a:ext cx="743054" cy="381903"/>
            <a:chOff x="2195681" y="3673509"/>
            <a:chExt cx="743054" cy="381903"/>
          </a:xfrm>
        </p:grpSpPr>
        <p:sp>
          <p:nvSpPr>
            <p:cNvPr id="38" name="TextBox 37"/>
            <p:cNvSpPr txBox="1"/>
            <p:nvPr/>
          </p:nvSpPr>
          <p:spPr>
            <a:xfrm>
              <a:off x="2139952" y="3673509"/>
              <a:ext cx="854512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Void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139952" y="3864485"/>
              <a:ext cx="854512" cy="190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Detection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03238" y="4055373"/>
            <a:ext cx="854868" cy="572880"/>
            <a:chOff x="803238" y="4055373"/>
            <a:chExt cx="854868" cy="572880"/>
          </a:xfrm>
        </p:grpSpPr>
        <p:sp>
          <p:nvSpPr>
            <p:cNvPr id="41" name="TextBox 40"/>
            <p:cNvSpPr txBox="1"/>
            <p:nvPr/>
          </p:nvSpPr>
          <p:spPr>
            <a:xfrm>
              <a:off x="739123" y="4055373"/>
              <a:ext cx="983098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Ultrasonic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39123" y="4246349"/>
              <a:ext cx="983098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Data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39123" y="4437325"/>
              <a:ext cx="983098" cy="190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"/>
                </a:rPr>
                <a:t>Processing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