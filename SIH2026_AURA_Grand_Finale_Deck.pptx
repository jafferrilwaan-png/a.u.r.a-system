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94415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114800" cy="4114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● HARDWARE &amp; SOFTWARE INTEGRATED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PROJECT A.U.R.A.</a:t>
            </a:r>
          </a:p>
          <a:p>
            <a:pPr>
              <a:defRPr sz="2000" b="1">
                <a:solidFill>
                  <a:srgbClr val="2563EB"/>
                </a:solidFill>
              </a:defRPr>
            </a:pPr>
            <a:r>
              <a:t>Autonomous Universal Rescue &amp; Analysis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Subterranean Cavity Mapping, Multi-Modal Life Finding, Bio-Scent VOC Detection &amp; Zero-Fake Cloud AI Triage for Frontline Disaster Search-and-Rescue.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PROBLEM STATEMENT ID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SIH1566 (Disaster Management &amp; Robotics)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LEAD INSTITUTION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Panimalar Engineering College (Autonomous)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ENGINEERING TEAM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Team AntiGravity (6-Member Multi-Disciplinary)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OPERATIONAL CONTEXT &amp; THE 72-HOUR GOLDEN WINDOW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Overcoming Severe Physical Barriers in Post-Earthquake &amp; Structural Collapse Search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01. The Suffocation Clock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Trapped survivors endure concrete dust inhalation, toxic gas accumulation, hypothermia, and shock. Survival probability drops exponentially after the first 72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02. Optical / Thermal Drone Blindness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Aerial drones and thermal imaging cameras are completely blocked by dense, multi-layer reinforced concrete slabs and masonry rubble.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03. Wireless &amp; RF Signal Attenuation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Radio communications, cellular signals, and Wi-Fi transmissions are heavily attenuated and dead beneath meters of twisted structural rebar.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04. Peril of Unassisted Blind Excavation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Excavating blindly with heavy hydraulic machinery destabilizes delicate void arches, crushing buried victims beneath fatal secondary cave-ins.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23560"/>
            <a:ext cx="11094415" cy="5943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🚨 Critical Insight: 80% of preventable disaster fatalities occur due to delayed sub-surface victim localization during the Golden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PROPOSED SOLUTION — PROJECT A.U.R.A.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A Ruggedized, Rapidly-Deployable Multi-Modal Subterranean Penetrative Sensing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PILLAR 01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Multi-Physics Sensing Array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Contact Seismic Geophone: Detects micro-impact distress knocks.</a:t>
            </a:r>
            <a:br/>
            <a:r>
              <a:t>• Acoustic Frequency Filter: Isolates human vocalizations.</a:t>
            </a:r>
            <a:br/>
            <a:r>
              <a:t>• Microwave Doppler Radar: Senses void chest flutter &amp; motion.</a:t>
            </a:r>
            <a:br/>
            <a:r>
              <a:t>• MQ-135 Bio-Scent Sensor: Identifies metabolic breath VOCs.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PILLAR 02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Deterministic 500Hz Real-Time DSP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ESP32 Core 1 Dedicated Pipeline.</a:t>
            </a:r>
            <a:br/>
            <a:r>
              <a:t>• Sub-millisecond interrupt envelope extraction.</a:t>
            </a:r>
            <a:br/>
            <a:r>
              <a:t>• Separates rhythmic human survivor taps from surface diesel generator noise.</a:t>
            </a:r>
            <a:br/>
            <a:r>
              <a:t>• Pure analog-to-digital physics with zero synthetic floors.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7830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PILLAR 03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Neural Edge-to-Cloud AI Triage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ESP32 Core 0 Async Web Server with Full CORS.</a:t>
            </a:r>
            <a:br/>
            <a:r>
              <a:t>• Streams live multi-transducer telemetry into Google Gemini Flash 1.5.</a:t>
            </a:r>
            <a:br/>
            <a:r>
              <a:t>• Generates instant surgical excavation azimuths (e.g. 320° NNW).</a:t>
            </a:r>
            <a:br/>
            <a:r>
              <a:t>• Delivers real-time spoken briefing to frontline rescue commanders.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TACTICAL HARDWARE ENGINE &amp; PINOUT MATRIX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ESP32-WROOM-32 Dual-Core Architecture (Core 0: Async WebServer &amp; AI  |  Core 1: 500Hz DSP)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9441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011680"/>
                <a:gridCol w="414497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Module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ESP32 Pin Mapping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Tactical Rescue Function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Central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ESP32-WROOM-32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USB / 5V VIN &amp; GND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Dual-Core 240MHz FreeRTOS Sensor &amp; Comms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Seismic Geophone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Piezo Ceramic Transducer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GPIO 35 (Analog ADC1)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Subterranean micro-impact tap counting (10Hz–250Hz)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Acoustic Listening 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High-Sensitivity 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GPIO 32 (Analog ADC1)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Real-time dB acoustic spectrum (whispers, calls, shouts)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Microwave Doppler Radar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RCWL-0516 Radar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GPIO 33 (Digital IN)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Debris-penetrating chest flutter &amp; micro-movement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Bio-Scent Gas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MQ-135 Sensor 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GPIO 34 (Analog ADC1)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Human metabolic breath VOCs, NH3, and toxic air PPM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Structural IMU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MPU-6050 6-Axis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SDA: 21 / SCL: 22 (I2C)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Debris micro-jerk, tilt angle, and collapse risk monitoring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Tactical OLED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SSD1306 128x64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SDA: 21 / SCL: 22 (0x3C)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8-Slide animated live telemetry carousel for field operators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SUBTERRANEAN THEATRE C2 DASHBOARD (REACT 19 + TYPESCRIPT)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Low-Latency Tactical Command Grid Designed for Ruggedized Field Tablets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FEATURE 01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Subterranean Theatre Topographic Radar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Live strata depth slice visualizer with GPS lock to disaster deployment sector.</a:t>
            </a:r>
            <a:br/>
            <a:r>
              <a:t>• Precision GPS Anchor: Small Pond, Nehru Street (12.9676° N, 79.9462° E).</a:t>
            </a:r>
            <a:br/>
            <a:r>
              <a:t>• Interactive satellite navigation modal with Google Maps &amp; OpenStreetMap overlays.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FEATURE 02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Fault-Tolerant Last Active Fix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Offline GPS memory cache guarantees operational continuity during deep-rubble blackouts.</a:t>
            </a:r>
            <a:br/>
            <a:r>
              <a:t>• Preserves the exact last verified survivor coordinates.</a:t>
            </a:r>
            <a:br/>
            <a:r>
              <a:t>• Eliminates spatial drift even if wireless probe link is momentarily severed.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7830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FEATURE 03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Real-Time Telemetry &amp; Voice Orb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300ms live polling stream with Private Network Access (CORS).</a:t>
            </a:r>
            <a:br/>
            <a:r>
              <a:t>• Micro-audio oscilloscope &amp; dynamic VOC bio-scent meters.</a:t>
            </a:r>
            <a:br/>
            <a:r>
              <a:t>• AURA Voice Orb: Hands-free tactical voice assistant delivering synthesized briefings to field commanders.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EDGE-TO-CLOUD AI REASONING (ZERO FAKE TELEMETRY)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100% Physics-Driven Multi-Modal Sensor Ingestion — No Synthetic Floors or Scripted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441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AUTONOMOUS AI INFERENCE PIPELINE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Physical ADC Transducer Voltages  ➔  Core 1 500Hz DSP Peak &amp; Energy Extraction  ➔  Core 0 JSON Telemetry Payload  ➔  Google Gemini Flash 1.5 Cloud 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OUTPUT DIRECTIVE 01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Surgical Excavation Vector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Computes precise azimuth excavation angles (e.g. 320° NNW) to reach void pockets without destabilizing rubble arches.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15468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OUTPUT DIRECTIVE 02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Sub-Surface Depth Estimation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Triangulates acoustic attenuation and seismic impulse wave speed to estimate victim burial depth (e.g. 2.4 meters ± 0.2m).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315468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950" b="1">
                <a:solidFill>
                  <a:srgbClr val="EA580C"/>
                </a:solidFill>
              </a:defRPr>
            </a:pPr>
            <a:r>
              <a:t>OUTPUT DIRECTIVE 03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Structural Integrity Triage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Classifies immediate collapse risk (NOMINAL / ALERT / CRITICAL) using real-time MPU-6050 jerk metrics and VOC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BENCHMARKING AGAINST EXISTING SEARCH TECHNOLOGIES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High-Performance Life Finding at 1/300th the Cost of Imported Foreign Equipment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9441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2194560"/>
                <a:gridCol w="2194560"/>
                <a:gridCol w="2194560"/>
                <a:gridCol w="21945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Thermal Drones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Search &amp; Rescue K9s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Foreign Geophones (Delsar)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Project A.U.R.A.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Sub-Surface Penetration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0m (Surface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Scent Only (Wind-dependent)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Acoustic Only (Single-mode)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Multi-Modal (Seismic + Radar + Audio + Gas)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System Unit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Rs. 8,00,000+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High Training &amp; Upkeep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Rs. 12,00,000 - 15,00,000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&lt; Rs. 3,500 ($42 USD)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Deployment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15 - 20 mins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Rest breaks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 mins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&lt; 15 Seconds (Instant On)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AI Triage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Google Gemini Flash 1.5 Built-In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Local Visual Carousel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Analog Needle Gauge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8-Slide OLED Screen Onboard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PRODUCTION FEASIBILITY &amp; NATIONAL SCALE ROADMAP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Sub-Rs. 3,500 BOM Economics Enabling Ubiquitous Deployment Across Indian Emergency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441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BILL OF MATERIALS (BOM) &amp; COST ADVANTAGE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Total unit production cost &lt; Rs. 3,500 INR (~$42 USD). Enables every local fire station, SDRF battalion, and NDRF quick-response unit to be equipped with multiple deployable probe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MILESTONE 01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Phase 1: Immediate Field Deployment (TRL-7)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Standalone probe nodes with Wi-Fi / Hotspot C2 field tablets.</a:t>
            </a:r>
            <a:br/>
            <a:r>
              <a:t>• Tested with 500Hz DSP tap extraction &amp; Google Gemini AI.</a:t>
            </a:r>
            <a:br/>
            <a:r>
              <a:t>• Ready for pilot trials at local emergency stations.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15468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MILESTONE 02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Phase 2: Mesh Swarm Networking (Q2 2026)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ESP-NOW LoRa Mesh multi-node swarm arrays.</a:t>
            </a:r>
            <a:br/>
            <a:r>
              <a:t>• Multi-acre coverage across massive disaster collapse zones.</a:t>
            </a:r>
            <a:br/>
            <a:r>
              <a:t>• Synchronized seismic trilateration for sub-meter 3D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315468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950" b="1">
                <a:solidFill>
                  <a:srgbClr val="EA580C"/>
                </a:solidFill>
              </a:defRPr>
            </a:pPr>
            <a:r>
              <a:t>MILESTONE 03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Phase 3: Autonomous Rover Integration (Q4 2026)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Micro-crawler robotic payload integration for deep void entry.</a:t>
            </a:r>
            <a:br/>
            <a:r>
              <a:t>• Tethered drone drop deployment for inaccessible rubble peaks.</a:t>
            </a:r>
            <a:br/>
            <a:r>
              <a:t>• Centralized National Disaster C2 Cloud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SMART INDIA HACKATHON 2026  •  MINISTRY OF HOME AFFAIRS (MHA) / NDRF  •  PS ID: SIH1566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42062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PROJECT A.U.R.A.  |  Team AntiGravity  |  Panimalar Engineering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CORE ENGINEERING TEAM &amp; LIVE SYSTEM DEMO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Panimalar Engineering College (Autonomous)  •  Motto: "Engineered for the Unseen. Built for the Golden Hour."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Jaffer Rilwaan V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LEAD SYSTEMS ARCHITECT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Full-Stack C2 Platform, Neural AI Integration &amp; Telemetry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Hannah Blessy J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HARDWARE &amp; SENSOR LEAD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Piezoelectric Transducer Arrays &amp; Bio-Scent VOC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78308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Kathiravan S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TELEMETRY &amp; CLOUD ENGINEER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Edge-to-Cloud Protocols &amp; Resilient Networking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Kingston J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FIRMWARE &amp; SIGNAL SPECIALIST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Dual-Core FreeRTOS &amp; 500Hz DSP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70332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Giridhar K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UI/UX &amp; TACTICAL OPS LEAD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High-Contrast Tactical C2 HUD &amp; Responder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70332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Nithyashree V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EMBEDDED POWER &amp; QA LEAD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Energy Regulation, Battery Management &amp; Sub-Surface QA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15000"/>
            <a:ext cx="11094415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🎯 READY FOR LIVE SYSTEM DEMONSTRATION  |  GitHub: github.com/jafferrilwaan-png/A.U.R.A-System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